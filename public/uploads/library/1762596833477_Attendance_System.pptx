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9.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19.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4.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1.xml" ContentType="application/vnd.openxmlformats-officedocument.presentationml.slideLayout+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1.xml.rels" ContentType="application/vnd.openxmlformats-package.relationships+xml"/>
  <Override PartName="/ppt/slideLayouts/_rels/slideLayout1.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18.xml.rels" ContentType="application/vnd.openxmlformats-package.relationships+xml"/>
  <Override PartName="/ppt/slideLayouts/slideLayout3.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5.xml" ContentType="application/vnd.openxmlformats-officedocument.presentationml.slideLayout+xml"/>
  <Override PartName="/ppt/slides/slide1.xml" ContentType="application/vnd.openxmlformats-officedocument.presentationml.slide+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_rels/presentation.xml.rels" ContentType="application/vnd.openxmlformats-package.relationships+xml"/>
  <Override PartName="/ppt/media/image1.jpeg" ContentType="image/jpeg"/>
  <Override PartName="/ppt/media/image2.jpeg" ContentType="image/jpeg"/>
  <Override PartName="/ppt/media/image3.jpeg" ContentType="image/jpeg"/>
  <Override PartName="/ppt/media/image4.jpeg" ContentType="image/jpeg"/>
  <Override PartName="/ppt/media/image5.jpeg" ContentType="image/jpeg"/>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7"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19.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tBDfr" TargetMode="Externa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9.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solidFill>
          <a:schemeClr val="l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2189880" y="2574000"/>
            <a:ext cx="4493520" cy="1495800"/>
          </a:xfrm>
          <a:prstGeom prst="rect">
            <a:avLst/>
          </a:prstGeom>
          <a:noFill/>
          <a:ln w="0">
            <a:noFill/>
          </a:ln>
          <a:effectLst>
            <a:outerShdw dist="19080" dir="5400000" blurRad="57240" rotWithShape="0">
              <a:srgbClr val="000000">
                <a:alpha val="50000"/>
              </a:srgbClr>
            </a:outerShdw>
          </a:effectLst>
        </p:spPr>
        <p:txBody>
          <a:bodyPr lIns="91440" rIns="91440" tIns="91440" bIns="91440" anchor="b">
            <a:noAutofit/>
          </a:bodyPr>
          <a:p>
            <a:pPr indent="0">
              <a:buNone/>
            </a:pPr>
            <a:r>
              <a:rPr b="0" lang="fr-FR" sz="4200" strike="noStrike" u="none">
                <a:solidFill>
                  <a:schemeClr val="dk1"/>
                </a:solidFill>
                <a:effectLst/>
                <a:uFillTx/>
                <a:latin typeface="Arial"/>
              </a:rPr>
              <a:t>Click to edit the title text format</a:t>
            </a:r>
            <a:endParaRPr b="0" lang="fr-FR" sz="4200" strike="noStrike" u="none">
              <a:solidFill>
                <a:schemeClr val="dk1"/>
              </a:solidFill>
              <a:effectLst/>
              <a:uFillTx/>
              <a:latin typeface="Arial"/>
            </a:endParaRPr>
          </a:p>
        </p:txBody>
      </p:sp>
      <p:sp>
        <p:nvSpPr>
          <p:cNvPr id="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bg>
      <p:bgPr>
        <a:solidFill>
          <a:schemeClr val="lt1"/>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284120" y="1555560"/>
            <a:ext cx="6575760" cy="1359720"/>
          </a:xfrm>
          <a:prstGeom prst="rect">
            <a:avLst/>
          </a:prstGeom>
          <a:noFill/>
          <a:ln w="0">
            <a:noFill/>
          </a:ln>
        </p:spPr>
        <p:txBody>
          <a:bodyPr lIns="91440" rIns="91440" tIns="91440" bIns="91440" anchor="b">
            <a:noAutofit/>
          </a:bodyPr>
          <a:p>
            <a:pPr indent="0" algn="ctr">
              <a:lnSpc>
                <a:spcPct val="100000"/>
              </a:lnSpc>
              <a:buNone/>
            </a:pPr>
            <a:r>
              <a:rPr b="1" lang="fr-FR" sz="6000" strike="noStrike" u="none">
                <a:solidFill>
                  <a:schemeClr val="accent1"/>
                </a:solidFill>
                <a:effectLst/>
                <a:uFillTx/>
                <a:latin typeface="Manrope"/>
                <a:ea typeface="Manrope"/>
              </a:rPr>
              <a:t>xx%</a:t>
            </a:r>
            <a:endParaRPr b="0" lang="fr-FR" sz="6000" strike="noStrike" u="none">
              <a:solidFill>
                <a:schemeClr val="dk1"/>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
    <p:bg>
      <p:bgPr>
        <a:solidFill>
          <a:schemeClr val="lt1"/>
        </a:solidFill>
      </p:bgPr>
    </p:bg>
    <p:spTree>
      <p:nvGrpSpPr>
        <p:cNvPr id="1" name=""/>
        <p:cNvGrpSpPr/>
        <p:nvPr/>
      </p:nvGrpSpPr>
      <p:grpSpPr>
        <a:xfrm>
          <a:off x="0" y="0"/>
          <a:ext cx="0" cy="0"/>
          <a:chOff x="0" y="0"/>
          <a:chExt cx="0" cy="0"/>
        </a:xfrm>
      </p:grpSpPr>
      <p:sp>
        <p:nvSpPr>
          <p:cNvPr id="3" name="Google Shape;47;p13"/>
          <p:cNvSpPr/>
          <p:nvPr/>
        </p:nvSpPr>
        <p:spPr>
          <a:xfrm>
            <a:off x="228600" y="136080"/>
            <a:ext cx="3499920" cy="4871520"/>
          </a:xfrm>
          <a:prstGeom prst="roundRect">
            <a:avLst>
              <a:gd name="adj" fmla="val 8403"/>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4" name="Google Shape;48;p13"/>
          <p:cNvSpPr/>
          <p:nvPr/>
        </p:nvSpPr>
        <p:spPr>
          <a:xfrm>
            <a:off x="383400" y="379080"/>
            <a:ext cx="3191760" cy="271440"/>
          </a:xfrm>
          <a:prstGeom prst="roundRect">
            <a:avLst>
              <a:gd name="adj" fmla="val 50000"/>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 name="PlaceHolder 1"/>
          <p:cNvSpPr>
            <a:spLocks noGrp="1"/>
          </p:cNvSpPr>
          <p:nvPr>
            <p:ph type="title"/>
          </p:nvPr>
        </p:nvSpPr>
        <p:spPr>
          <a:xfrm>
            <a:off x="3979440" y="228600"/>
            <a:ext cx="4444200" cy="572400"/>
          </a:xfrm>
          <a:prstGeom prst="rect">
            <a:avLst/>
          </a:prstGeom>
          <a:noFill/>
          <a:ln w="0">
            <a:noFill/>
          </a:ln>
        </p:spPr>
        <p:txBody>
          <a:bodyPr lIns="91440" rIns="91440" tIns="91440" bIns="91440" anchor="t">
            <a:noAutofit/>
          </a:bodyPr>
          <a:p>
            <a:pPr indent="0">
              <a:buNone/>
            </a:pPr>
            <a:r>
              <a:rPr b="0" lang="fr-FR" sz="2700" strike="noStrike" u="none">
                <a:solidFill>
                  <a:schemeClr val="dk1"/>
                </a:solidFill>
                <a:effectLst/>
                <a:uFillTx/>
                <a:latin typeface="Arial"/>
              </a:rPr>
              <a:t>Click to edit the title text format</a:t>
            </a:r>
            <a:endParaRPr b="0" lang="fr-FR" sz="2700" strike="noStrike" u="none">
              <a:solidFill>
                <a:schemeClr val="dk1"/>
              </a:solidFill>
              <a:effectLst/>
              <a:uFillTx/>
              <a:latin typeface="Arial"/>
            </a:endParaRPr>
          </a:p>
        </p:txBody>
      </p:sp>
      <p:sp>
        <p:nvSpPr>
          <p:cNvPr id="6" name="PlaceHolder 2"/>
          <p:cNvSpPr>
            <a:spLocks noGrp="1"/>
          </p:cNvSpPr>
          <p:nvPr>
            <p:ph type="title"/>
          </p:nvPr>
        </p:nvSpPr>
        <p:spPr>
          <a:xfrm>
            <a:off x="228600" y="920880"/>
            <a:ext cx="502560" cy="445680"/>
          </a:xfrm>
          <a:prstGeom prst="rect">
            <a:avLst/>
          </a:prstGeom>
          <a:noFill/>
          <a:ln w="0">
            <a:noFill/>
          </a:ln>
        </p:spPr>
        <p:txBody>
          <a:bodyPr lIns="91440" rIns="91440" tIns="91440" bIns="91440" anchor="ctr">
            <a:noAutofit/>
          </a:bodyPr>
          <a:p>
            <a:pPr indent="0" algn="r">
              <a:lnSpc>
                <a:spcPct val="100000"/>
              </a:lnSpc>
              <a:buNone/>
            </a:pPr>
            <a:r>
              <a:rPr b="1" lang="fr-FR" sz="1800" strike="noStrike" u="none">
                <a:solidFill>
                  <a:schemeClr val="dk1"/>
                </a:solidFill>
                <a:effectLst/>
                <a:uFillTx/>
                <a:latin typeface="Manrope"/>
                <a:ea typeface="Manrope"/>
              </a:rPr>
              <a:t>xx%</a:t>
            </a:r>
            <a:endParaRPr b="0" lang="fr-FR" sz="1800" strike="noStrike" u="none">
              <a:solidFill>
                <a:schemeClr val="dk1"/>
              </a:solidFill>
              <a:effectLst/>
              <a:uFillTx/>
              <a:latin typeface="Arial"/>
            </a:endParaRPr>
          </a:p>
        </p:txBody>
      </p:sp>
      <p:sp>
        <p:nvSpPr>
          <p:cNvPr id="7" name="PlaceHolder 3"/>
          <p:cNvSpPr>
            <a:spLocks noGrp="1"/>
          </p:cNvSpPr>
          <p:nvPr>
            <p:ph type="title"/>
          </p:nvPr>
        </p:nvSpPr>
        <p:spPr>
          <a:xfrm>
            <a:off x="228600" y="1427760"/>
            <a:ext cx="502560" cy="445680"/>
          </a:xfrm>
          <a:prstGeom prst="rect">
            <a:avLst/>
          </a:prstGeom>
          <a:noFill/>
          <a:ln w="0">
            <a:noFill/>
          </a:ln>
        </p:spPr>
        <p:txBody>
          <a:bodyPr lIns="91440" rIns="91440" tIns="91440" bIns="91440" anchor="ctr">
            <a:noAutofit/>
          </a:bodyPr>
          <a:p>
            <a:pPr indent="0" algn="r">
              <a:lnSpc>
                <a:spcPct val="100000"/>
              </a:lnSpc>
              <a:buNone/>
            </a:pPr>
            <a:r>
              <a:rPr b="1" lang="fr-FR" sz="1800" strike="noStrike" u="none">
                <a:solidFill>
                  <a:schemeClr val="dk1"/>
                </a:solidFill>
                <a:effectLst/>
                <a:uFillTx/>
                <a:latin typeface="Manrope"/>
                <a:ea typeface="Manrope"/>
              </a:rPr>
              <a:t>xx%</a:t>
            </a:r>
            <a:endParaRPr b="0" lang="fr-FR" sz="1800" strike="noStrike" u="none">
              <a:solidFill>
                <a:schemeClr val="dk1"/>
              </a:solidFill>
              <a:effectLst/>
              <a:uFillTx/>
              <a:latin typeface="Arial"/>
            </a:endParaRPr>
          </a:p>
        </p:txBody>
      </p:sp>
      <p:sp>
        <p:nvSpPr>
          <p:cNvPr id="8" name="PlaceHolder 4"/>
          <p:cNvSpPr>
            <a:spLocks noGrp="1"/>
          </p:cNvSpPr>
          <p:nvPr>
            <p:ph type="title"/>
          </p:nvPr>
        </p:nvSpPr>
        <p:spPr>
          <a:xfrm>
            <a:off x="228600" y="1934640"/>
            <a:ext cx="502560" cy="445680"/>
          </a:xfrm>
          <a:prstGeom prst="rect">
            <a:avLst/>
          </a:prstGeom>
          <a:noFill/>
          <a:ln w="0">
            <a:noFill/>
          </a:ln>
        </p:spPr>
        <p:txBody>
          <a:bodyPr lIns="91440" rIns="91440" tIns="91440" bIns="91440" anchor="ctr">
            <a:noAutofit/>
          </a:bodyPr>
          <a:p>
            <a:pPr indent="0" algn="r">
              <a:lnSpc>
                <a:spcPct val="100000"/>
              </a:lnSpc>
              <a:buNone/>
            </a:pPr>
            <a:r>
              <a:rPr b="1" lang="fr-FR" sz="1800" strike="noStrike" u="none">
                <a:solidFill>
                  <a:schemeClr val="dk1"/>
                </a:solidFill>
                <a:effectLst/>
                <a:uFillTx/>
                <a:latin typeface="Manrope"/>
                <a:ea typeface="Manrope"/>
              </a:rPr>
              <a:t>xx%</a:t>
            </a:r>
            <a:endParaRPr b="0" lang="fr-FR" sz="1800" strike="noStrike" u="none">
              <a:solidFill>
                <a:schemeClr val="dk1"/>
              </a:solidFill>
              <a:effectLst/>
              <a:uFillTx/>
              <a:latin typeface="Arial"/>
            </a:endParaRPr>
          </a:p>
        </p:txBody>
      </p:sp>
      <p:sp>
        <p:nvSpPr>
          <p:cNvPr id="9" name="PlaceHolder 5"/>
          <p:cNvSpPr>
            <a:spLocks noGrp="1"/>
          </p:cNvSpPr>
          <p:nvPr>
            <p:ph type="title"/>
          </p:nvPr>
        </p:nvSpPr>
        <p:spPr>
          <a:xfrm>
            <a:off x="228600" y="2441520"/>
            <a:ext cx="502560" cy="445680"/>
          </a:xfrm>
          <a:prstGeom prst="rect">
            <a:avLst/>
          </a:prstGeom>
          <a:noFill/>
          <a:ln w="0">
            <a:noFill/>
          </a:ln>
        </p:spPr>
        <p:txBody>
          <a:bodyPr lIns="91440" rIns="91440" tIns="91440" bIns="91440" anchor="ctr">
            <a:noAutofit/>
          </a:bodyPr>
          <a:p>
            <a:pPr indent="0" algn="r">
              <a:lnSpc>
                <a:spcPct val="100000"/>
              </a:lnSpc>
              <a:buNone/>
            </a:pPr>
            <a:r>
              <a:rPr b="1" lang="fr-FR" sz="1800" strike="noStrike" u="none">
                <a:solidFill>
                  <a:schemeClr val="dk1"/>
                </a:solidFill>
                <a:effectLst/>
                <a:uFillTx/>
                <a:latin typeface="Manrope"/>
                <a:ea typeface="Manrope"/>
              </a:rPr>
              <a:t>xx%</a:t>
            </a:r>
            <a:endParaRPr b="0" lang="fr-FR" sz="1800" strike="noStrike" u="none">
              <a:solidFill>
                <a:schemeClr val="dk1"/>
              </a:solidFill>
              <a:effectLst/>
              <a:uFillTx/>
              <a:latin typeface="Arial"/>
            </a:endParaRPr>
          </a:p>
        </p:txBody>
      </p:sp>
      <p:sp>
        <p:nvSpPr>
          <p:cNvPr id="10" name="PlaceHolder 6"/>
          <p:cNvSpPr>
            <a:spLocks noGrp="1"/>
          </p:cNvSpPr>
          <p:nvPr>
            <p:ph type="title"/>
          </p:nvPr>
        </p:nvSpPr>
        <p:spPr>
          <a:xfrm>
            <a:off x="228600" y="2948400"/>
            <a:ext cx="502560" cy="445680"/>
          </a:xfrm>
          <a:prstGeom prst="rect">
            <a:avLst/>
          </a:prstGeom>
          <a:noFill/>
          <a:ln w="0">
            <a:noFill/>
          </a:ln>
        </p:spPr>
        <p:txBody>
          <a:bodyPr lIns="91440" rIns="91440" tIns="91440" bIns="91440" anchor="ctr">
            <a:noAutofit/>
          </a:bodyPr>
          <a:p>
            <a:pPr indent="0" algn="r">
              <a:lnSpc>
                <a:spcPct val="100000"/>
              </a:lnSpc>
              <a:buNone/>
            </a:pPr>
            <a:r>
              <a:rPr b="1" lang="fr-FR" sz="1800" strike="noStrike" u="none">
                <a:solidFill>
                  <a:schemeClr val="dk1"/>
                </a:solidFill>
                <a:effectLst/>
                <a:uFillTx/>
                <a:latin typeface="Manrope"/>
                <a:ea typeface="Manrope"/>
              </a:rPr>
              <a:t>xx%</a:t>
            </a:r>
            <a:endParaRPr b="0" lang="fr-FR" sz="1800" strike="noStrike" u="none">
              <a:solidFill>
                <a:schemeClr val="dk1"/>
              </a:solidFill>
              <a:effectLst/>
              <a:uFillTx/>
              <a:latin typeface="Arial"/>
            </a:endParaRPr>
          </a:p>
        </p:txBody>
      </p:sp>
      <p:sp>
        <p:nvSpPr>
          <p:cNvPr id="11" name="PlaceHolder 7"/>
          <p:cNvSpPr>
            <a:spLocks noGrp="1"/>
          </p:cNvSpPr>
          <p:nvPr>
            <p:ph type="title"/>
          </p:nvPr>
        </p:nvSpPr>
        <p:spPr>
          <a:xfrm>
            <a:off x="228600" y="3455280"/>
            <a:ext cx="502560" cy="445680"/>
          </a:xfrm>
          <a:prstGeom prst="rect">
            <a:avLst/>
          </a:prstGeom>
          <a:noFill/>
          <a:ln w="0">
            <a:noFill/>
          </a:ln>
        </p:spPr>
        <p:txBody>
          <a:bodyPr lIns="91440" rIns="91440" tIns="91440" bIns="91440" anchor="ctr">
            <a:noAutofit/>
          </a:bodyPr>
          <a:p>
            <a:pPr indent="0" algn="r">
              <a:lnSpc>
                <a:spcPct val="100000"/>
              </a:lnSpc>
              <a:buNone/>
            </a:pPr>
            <a:r>
              <a:rPr b="1" lang="fr-FR" sz="1800" strike="noStrike" u="none">
                <a:solidFill>
                  <a:schemeClr val="dk1"/>
                </a:solidFill>
                <a:effectLst/>
                <a:uFillTx/>
                <a:latin typeface="Manrope"/>
                <a:ea typeface="Manrope"/>
              </a:rPr>
              <a:t>xx%</a:t>
            </a:r>
            <a:endParaRPr b="0" lang="fr-FR" sz="1800" strike="noStrike" u="none">
              <a:solidFill>
                <a:schemeClr val="dk1"/>
              </a:solidFill>
              <a:effectLst/>
              <a:uFillTx/>
              <a:latin typeface="Arial"/>
            </a:endParaRPr>
          </a:p>
        </p:txBody>
      </p:sp>
      <p:sp>
        <p:nvSpPr>
          <p:cNvPr id="12" name="PlaceHolder 8"/>
          <p:cNvSpPr>
            <a:spLocks noGrp="1"/>
          </p:cNvSpPr>
          <p:nvPr>
            <p:ph type="title"/>
          </p:nvPr>
        </p:nvSpPr>
        <p:spPr>
          <a:xfrm>
            <a:off x="228600" y="3962160"/>
            <a:ext cx="502560" cy="445680"/>
          </a:xfrm>
          <a:prstGeom prst="rect">
            <a:avLst/>
          </a:prstGeom>
          <a:noFill/>
          <a:ln w="0">
            <a:noFill/>
          </a:ln>
        </p:spPr>
        <p:txBody>
          <a:bodyPr lIns="91440" rIns="91440" tIns="91440" bIns="91440" anchor="ctr">
            <a:noAutofit/>
          </a:bodyPr>
          <a:p>
            <a:pPr indent="0" algn="r">
              <a:lnSpc>
                <a:spcPct val="100000"/>
              </a:lnSpc>
              <a:buNone/>
            </a:pPr>
            <a:r>
              <a:rPr b="1" lang="fr-FR" sz="1800" strike="noStrike" u="none">
                <a:solidFill>
                  <a:schemeClr val="dk1"/>
                </a:solidFill>
                <a:effectLst/>
                <a:uFillTx/>
                <a:latin typeface="Manrope"/>
                <a:ea typeface="Manrope"/>
              </a:rPr>
              <a:t>xx%</a:t>
            </a:r>
            <a:endParaRPr b="0" lang="fr-FR" sz="1800" strike="noStrike" u="none">
              <a:solidFill>
                <a:schemeClr val="dk1"/>
              </a:solidFill>
              <a:effectLst/>
              <a:uFillTx/>
              <a:latin typeface="Arial"/>
            </a:endParaRPr>
          </a:p>
        </p:txBody>
      </p:sp>
      <p:sp>
        <p:nvSpPr>
          <p:cNvPr id="13" name="PlaceHolder 9"/>
          <p:cNvSpPr>
            <a:spLocks noGrp="1"/>
          </p:cNvSpPr>
          <p:nvPr>
            <p:ph type="title"/>
          </p:nvPr>
        </p:nvSpPr>
        <p:spPr>
          <a:xfrm>
            <a:off x="228600" y="4469040"/>
            <a:ext cx="502560" cy="445680"/>
          </a:xfrm>
          <a:prstGeom prst="rect">
            <a:avLst/>
          </a:prstGeom>
          <a:noFill/>
          <a:ln w="0">
            <a:noFill/>
          </a:ln>
        </p:spPr>
        <p:txBody>
          <a:bodyPr lIns="91440" rIns="91440" tIns="91440" bIns="91440" anchor="ctr">
            <a:noAutofit/>
          </a:bodyPr>
          <a:p>
            <a:pPr indent="0" algn="r">
              <a:lnSpc>
                <a:spcPct val="100000"/>
              </a:lnSpc>
              <a:buNone/>
            </a:pPr>
            <a:r>
              <a:rPr b="1" lang="fr-FR" sz="1800" strike="noStrike" u="none">
                <a:solidFill>
                  <a:schemeClr val="dk1"/>
                </a:solidFill>
                <a:effectLst/>
                <a:uFillTx/>
                <a:latin typeface="Manrope"/>
                <a:ea typeface="Manrope"/>
              </a:rPr>
              <a:t>xx%</a:t>
            </a:r>
            <a:endParaRPr b="0" lang="fr-FR" sz="1800" strike="noStrike" u="none">
              <a:solidFill>
                <a:schemeClr val="dk1"/>
              </a:solidFill>
              <a:effectLst/>
              <a:uFillTx/>
              <a:latin typeface="Arial"/>
            </a:endParaRPr>
          </a:p>
        </p:txBody>
      </p:sp>
      <p:sp>
        <p:nvSpPr>
          <p:cNvPr id="14" name="Google Shape;74;p13"/>
          <p:cNvSpPr/>
          <p:nvPr/>
        </p:nvSpPr>
        <p:spPr>
          <a:xfrm>
            <a:off x="3805200" y="136080"/>
            <a:ext cx="5202360" cy="4871520"/>
          </a:xfrm>
          <a:prstGeom prst="roundRect">
            <a:avLst>
              <a:gd name="adj" fmla="val 5521"/>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_1">
    <p:bg>
      <p:bgPr>
        <a:solidFill>
          <a:schemeClr val="lt1"/>
        </a:solidFill>
      </p:bgPr>
    </p:bg>
    <p:spTree>
      <p:nvGrpSpPr>
        <p:cNvPr id="1" name=""/>
        <p:cNvGrpSpPr/>
        <p:nvPr/>
      </p:nvGrpSpPr>
      <p:grpSpPr>
        <a:xfrm>
          <a:off x="0" y="0"/>
          <a:ext cx="0" cy="0"/>
          <a:chOff x="0" y="0"/>
          <a:chExt cx="0" cy="0"/>
        </a:xfrm>
      </p:grpSpPr>
      <p:sp>
        <p:nvSpPr>
          <p:cNvPr id="15" name="Google Shape;76;p14"/>
          <p:cNvSpPr/>
          <p:nvPr/>
        </p:nvSpPr>
        <p:spPr>
          <a:xfrm>
            <a:off x="118440" y="146520"/>
            <a:ext cx="8907120" cy="119160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6" name="PlaceHolder 1"/>
          <p:cNvSpPr>
            <a:spLocks noGrp="1"/>
          </p:cNvSpPr>
          <p:nvPr>
            <p:ph type="title"/>
          </p:nvPr>
        </p:nvSpPr>
        <p:spPr>
          <a:xfrm>
            <a:off x="720000" y="456120"/>
            <a:ext cx="7703640" cy="572400"/>
          </a:xfrm>
          <a:prstGeom prst="rect">
            <a:avLst/>
          </a:prstGeom>
          <a:noFill/>
          <a:ln w="0">
            <a:noFill/>
          </a:ln>
        </p:spPr>
        <p:txBody>
          <a:bodyPr lIns="91440" rIns="91440" tIns="91440" bIns="91440" anchor="t">
            <a:noAutofit/>
          </a:bodyPr>
          <a:p>
            <a:pPr indent="0">
              <a:buNone/>
            </a:pPr>
            <a:r>
              <a:rPr b="0" lang="fr-FR" sz="2700" strike="noStrike" u="none">
                <a:solidFill>
                  <a:schemeClr val="dk1"/>
                </a:solidFill>
                <a:effectLst/>
                <a:uFillTx/>
                <a:latin typeface="Arial"/>
              </a:rPr>
              <a:t>Click to edit the title text format</a:t>
            </a:r>
            <a:endParaRPr b="0" lang="fr-FR" sz="2700" strike="noStrike" u="none">
              <a:solidFill>
                <a:schemeClr val="dk1"/>
              </a:solidFill>
              <a:effectLst/>
              <a:uFillTx/>
              <a:latin typeface="Arial"/>
            </a:endParaRPr>
          </a:p>
        </p:txBody>
      </p:sp>
      <p:sp>
        <p:nvSpPr>
          <p:cNvPr id="17"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6_1">
    <p:bg>
      <p:bgPr>
        <a:solidFill>
          <a:schemeClr val="lt1"/>
        </a:solidFill>
      </p:bgPr>
    </p:bg>
    <p:spTree>
      <p:nvGrpSpPr>
        <p:cNvPr id="1" name=""/>
        <p:cNvGrpSpPr/>
        <p:nvPr/>
      </p:nvGrpSpPr>
      <p:grpSpPr>
        <a:xfrm>
          <a:off x="0" y="0"/>
          <a:ext cx="0" cy="0"/>
          <a:chOff x="0" y="0"/>
          <a:chExt cx="0" cy="0"/>
        </a:xfrm>
      </p:grpSpPr>
      <p:sp>
        <p:nvSpPr>
          <p:cNvPr id="18" name="Google Shape;80;p15"/>
          <p:cNvSpPr/>
          <p:nvPr/>
        </p:nvSpPr>
        <p:spPr>
          <a:xfrm>
            <a:off x="118440" y="146520"/>
            <a:ext cx="8907120" cy="119160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9" name="PlaceHolder 1"/>
          <p:cNvSpPr>
            <a:spLocks noGrp="1"/>
          </p:cNvSpPr>
          <p:nvPr>
            <p:ph type="title"/>
          </p:nvPr>
        </p:nvSpPr>
        <p:spPr>
          <a:xfrm>
            <a:off x="720000" y="458640"/>
            <a:ext cx="7703640" cy="572400"/>
          </a:xfrm>
          <a:prstGeom prst="rect">
            <a:avLst/>
          </a:prstGeom>
          <a:noFill/>
          <a:ln w="0">
            <a:noFill/>
          </a:ln>
        </p:spPr>
        <p:txBody>
          <a:bodyPr lIns="91440" rIns="91440" tIns="91440" bIns="91440" anchor="t">
            <a:noAutofit/>
          </a:bodyPr>
          <a:p>
            <a:pPr indent="0">
              <a:buNone/>
            </a:pPr>
            <a:r>
              <a:rPr b="0" lang="fr-FR" sz="2700" strike="noStrike" u="none">
                <a:solidFill>
                  <a:schemeClr val="dk1"/>
                </a:solidFill>
                <a:effectLst/>
                <a:uFillTx/>
                <a:latin typeface="Arial"/>
              </a:rPr>
              <a:t>Click to edit the title text format</a:t>
            </a:r>
            <a:endParaRPr b="0" lang="fr-FR" sz="2700" strike="noStrike" u="none">
              <a:solidFill>
                <a:schemeClr val="dk1"/>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7">
    <p:bg>
      <p:bgPr>
        <a:solidFill>
          <a:schemeClr val="lt1"/>
        </a:solidFill>
      </p:bgPr>
    </p:bg>
    <p:spTree>
      <p:nvGrpSpPr>
        <p:cNvPr id="1" name=""/>
        <p:cNvGrpSpPr/>
        <p:nvPr/>
      </p:nvGrpSpPr>
      <p:grpSpPr>
        <a:xfrm>
          <a:off x="0" y="0"/>
          <a:ext cx="0" cy="0"/>
          <a:chOff x="0" y="0"/>
          <a:chExt cx="0" cy="0"/>
        </a:xfrm>
      </p:grpSpPr>
      <p:sp>
        <p:nvSpPr>
          <p:cNvPr id="20" name="Google Shape;89;p16"/>
          <p:cNvSpPr/>
          <p:nvPr/>
        </p:nvSpPr>
        <p:spPr>
          <a:xfrm>
            <a:off x="118440" y="146520"/>
            <a:ext cx="8907120" cy="119160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1" name="PlaceHolder 1"/>
          <p:cNvSpPr>
            <a:spLocks noGrp="1"/>
          </p:cNvSpPr>
          <p:nvPr>
            <p:ph type="title"/>
          </p:nvPr>
        </p:nvSpPr>
        <p:spPr>
          <a:xfrm>
            <a:off x="720000" y="458640"/>
            <a:ext cx="7703640" cy="572400"/>
          </a:xfrm>
          <a:prstGeom prst="rect">
            <a:avLst/>
          </a:prstGeom>
          <a:noFill/>
          <a:ln w="0">
            <a:noFill/>
          </a:ln>
        </p:spPr>
        <p:txBody>
          <a:bodyPr lIns="91440" rIns="91440" tIns="91440" bIns="91440" anchor="t">
            <a:noAutofit/>
          </a:bodyPr>
          <a:p>
            <a:pPr indent="0">
              <a:buNone/>
            </a:pPr>
            <a:r>
              <a:rPr b="0" lang="fr-FR" sz="2700" strike="noStrike" u="none">
                <a:solidFill>
                  <a:schemeClr val="dk1"/>
                </a:solidFill>
                <a:effectLst/>
                <a:uFillTx/>
                <a:latin typeface="Arial"/>
              </a:rPr>
              <a:t>Click to edit the title text format</a:t>
            </a:r>
            <a:endParaRPr b="0" lang="fr-FR" sz="2700" strike="noStrike" u="none">
              <a:solidFill>
                <a:schemeClr val="dk1"/>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
    <p:bg>
      <p:bgPr>
        <a:solidFill>
          <a:schemeClr val="lt1"/>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2347920" y="830160"/>
            <a:ext cx="4447800" cy="823320"/>
          </a:xfrm>
          <a:prstGeom prst="rect">
            <a:avLst/>
          </a:prstGeom>
          <a:noFill/>
          <a:ln w="0">
            <a:noFill/>
          </a:ln>
        </p:spPr>
        <p:txBody>
          <a:bodyPr lIns="91440" rIns="91440" tIns="91440" bIns="91440" anchor="b">
            <a:noAutofit/>
          </a:bodyPr>
          <a:p>
            <a:pPr indent="0">
              <a:buNone/>
            </a:pPr>
            <a:r>
              <a:rPr b="0" lang="fr-FR" sz="4500" strike="noStrike" u="none">
                <a:solidFill>
                  <a:schemeClr val="dk1"/>
                </a:solidFill>
                <a:effectLst/>
                <a:uFillTx/>
                <a:latin typeface="Arial"/>
              </a:rPr>
              <a:t>Click to edit the title text format</a:t>
            </a:r>
            <a:endParaRPr b="0" lang="fr-FR" sz="4500" strike="noStrike" u="none">
              <a:solidFill>
                <a:schemeClr val="dk1"/>
              </a:solidFill>
              <a:effectLst/>
              <a:uFillTx/>
              <a:latin typeface="Arial"/>
            </a:endParaRPr>
          </a:p>
        </p:txBody>
      </p:sp>
      <p:sp>
        <p:nvSpPr>
          <p:cNvPr id="23" name="Google Shape;106;p17"/>
          <p:cNvSpPr/>
          <p:nvPr/>
        </p:nvSpPr>
        <p:spPr>
          <a:xfrm>
            <a:off x="435600" y="3666960"/>
            <a:ext cx="8272440" cy="1044360"/>
          </a:xfrm>
          <a:prstGeom prst="roundRect">
            <a:avLst>
              <a:gd name="adj" fmla="val 17679"/>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4" name="Google Shape;107;p17"/>
          <p:cNvSpPr/>
          <p:nvPr/>
        </p:nvSpPr>
        <p:spPr>
          <a:xfrm>
            <a:off x="2099160" y="3710160"/>
            <a:ext cx="4945320" cy="555840"/>
          </a:xfrm>
          <a:prstGeom prst="rect">
            <a:avLst/>
          </a:prstGeom>
          <a:noFill/>
          <a:ln w="0">
            <a:noFill/>
          </a:ln>
        </p:spPr>
        <p:style>
          <a:lnRef idx="0"/>
          <a:fillRef idx="0"/>
          <a:effectRef idx="0"/>
          <a:fontRef idx="minor"/>
        </p:style>
        <p:txBody>
          <a:bodyPr tIns="91440" bIns="91440" anchor="t">
            <a:noAutofit/>
          </a:bodyPr>
          <a:p>
            <a:pPr algn="ctr" defTabSz="914400">
              <a:lnSpc>
                <a:spcPct val="115000"/>
              </a:lnSpc>
              <a:tabLst>
                <a:tab algn="l" pos="0"/>
              </a:tabLst>
            </a:pPr>
            <a:r>
              <a:rPr b="0" lang="en" sz="1200" strike="noStrike" u="none">
                <a:solidFill>
                  <a:schemeClr val="dk1"/>
                </a:solidFill>
                <a:effectLst/>
                <a:uFillTx/>
                <a:latin typeface="Funnel Sans"/>
                <a:ea typeface="Funnel Sans"/>
              </a:rPr>
              <a:t>CREDITS: This presentation template was created by </a:t>
            </a:r>
            <a:r>
              <a:rPr b="1" lang="en" sz="1200" strike="noStrike" u="sng">
                <a:solidFill>
                  <a:schemeClr val="hlink"/>
                </a:solidFill>
                <a:effectLst/>
                <a:uFillTx/>
                <a:latin typeface="Funnel Sans"/>
                <a:ea typeface="Funnel Sans"/>
                <a:hlinkClick r:id="rId2"/>
              </a:rPr>
              <a:t>Slidesgo</a:t>
            </a:r>
            <a:r>
              <a:rPr b="1" lang="en" sz="1200" strike="noStrike" u="none">
                <a:solidFill>
                  <a:schemeClr val="dk1"/>
                </a:solidFill>
                <a:effectLst/>
                <a:uFillTx/>
                <a:latin typeface="Funnel Sans"/>
                <a:ea typeface="Funnel Sans"/>
              </a:rPr>
              <a:t>,</a:t>
            </a:r>
            <a:r>
              <a:rPr b="0" lang="en" sz="1200" strike="noStrike" u="none">
                <a:solidFill>
                  <a:schemeClr val="dk1"/>
                </a:solidFill>
                <a:effectLst/>
                <a:uFillTx/>
                <a:latin typeface="Funnel Sans"/>
                <a:ea typeface="Funnel Sans"/>
              </a:rPr>
              <a:t> and includes icons, infographics &amp; images by </a:t>
            </a:r>
            <a:r>
              <a:rPr b="1" lang="en" sz="1200" strike="noStrike" u="sng">
                <a:solidFill>
                  <a:schemeClr val="dk1"/>
                </a:solidFill>
                <a:effectLst/>
                <a:uFillTx/>
                <a:latin typeface="Funnel Sans"/>
                <a:ea typeface="Funnel Sans"/>
                <a:hlinkClick r:id="rId3"/>
              </a:rPr>
              <a:t>Freepik</a:t>
            </a:r>
            <a:r>
              <a:rPr b="1" lang="en" sz="1200" strike="noStrike" u="sng">
                <a:solidFill>
                  <a:schemeClr val="dk1"/>
                </a:solidFill>
                <a:effectLst/>
                <a:uFillTx/>
                <a:latin typeface="Funnel Sans"/>
                <a:ea typeface="Funnel Sans"/>
              </a:rPr>
              <a:t> </a:t>
            </a:r>
            <a:endParaRPr b="0" lang="en-US" sz="1200" strike="noStrike" u="none">
              <a:solidFill>
                <a:srgbClr val="ffffff"/>
              </a:solidFill>
              <a:effectLst/>
              <a:uFillTx/>
              <a:latin typeface="OpenSymbol"/>
            </a:endParaRPr>
          </a:p>
        </p:txBody>
      </p:sp>
      <p:sp>
        <p:nvSpPr>
          <p:cNvPr id="25" name="Google Shape;108;p17"/>
          <p:cNvSpPr/>
          <p:nvPr/>
        </p:nvSpPr>
        <p:spPr>
          <a:xfrm>
            <a:off x="435600" y="557640"/>
            <a:ext cx="8272440" cy="2968920"/>
          </a:xfrm>
          <a:prstGeom prst="roundRect">
            <a:avLst>
              <a:gd name="adj" fmla="val 7654"/>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
    <p:bg>
      <p:bgPr>
        <a:solidFill>
          <a:schemeClr val="lt1"/>
        </a:solidFill>
      </p:bgPr>
    </p:bg>
    <p:spTree>
      <p:nvGrpSpPr>
        <p:cNvPr id="1" name=""/>
        <p:cNvGrpSpPr/>
        <p:nvPr/>
      </p:nvGrpSpPr>
      <p:grpSpPr>
        <a:xfrm>
          <a:off x="0" y="0"/>
          <a:ext cx="0" cy="0"/>
          <a:chOff x="0" y="0"/>
          <a:chExt cx="0" cy="0"/>
        </a:xfrm>
      </p:grpSpPr>
      <p:sp>
        <p:nvSpPr>
          <p:cNvPr id="26" name="Google Shape;110;p18"/>
          <p:cNvSpPr/>
          <p:nvPr/>
        </p:nvSpPr>
        <p:spPr>
          <a:xfrm>
            <a:off x="118440" y="146520"/>
            <a:ext cx="8907120" cy="119160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_1">
    <p:bg>
      <p:bgPr>
        <a:solidFill>
          <a:schemeClr val="lt1"/>
        </a:solidFill>
      </p:bgPr>
    </p:bg>
    <p:spTree>
      <p:nvGrpSpPr>
        <p:cNvPr id="1" name=""/>
        <p:cNvGrpSpPr/>
        <p:nvPr/>
      </p:nvGrpSpPr>
      <p:grpSpPr>
        <a:xfrm>
          <a:off x="0" y="0"/>
          <a:ext cx="0" cy="0"/>
          <a:chOff x="0" y="0"/>
          <a:chExt cx="0" cy="0"/>
        </a:xfrm>
      </p:grpSpPr>
      <p:sp>
        <p:nvSpPr>
          <p:cNvPr id="27" name="Google Shape;112;p19"/>
          <p:cNvSpPr/>
          <p:nvPr/>
        </p:nvSpPr>
        <p:spPr>
          <a:xfrm rot="5400000">
            <a:off x="4471200" y="532800"/>
            <a:ext cx="201600" cy="862812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bg>
      <p:bgPr>
        <a:solidFill>
          <a:schemeClr val="lt1"/>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469080" y="1719360"/>
            <a:ext cx="6339960" cy="2123280"/>
          </a:xfrm>
          <a:prstGeom prst="rect">
            <a:avLst/>
          </a:prstGeom>
          <a:noFill/>
          <a:ln w="0">
            <a:noFill/>
          </a:ln>
        </p:spPr>
        <p:txBody>
          <a:bodyPr lIns="91440" rIns="91440" tIns="91440" bIns="91440" anchor="b">
            <a:noAutofit/>
          </a:bodyPr>
          <a:p>
            <a:pPr indent="0">
              <a:buNone/>
            </a:pPr>
            <a:r>
              <a:rPr b="0" lang="fr-FR" sz="4200" strike="noStrike" u="none">
                <a:solidFill>
                  <a:schemeClr val="dk1"/>
                </a:solidFill>
                <a:effectLst/>
                <a:uFillTx/>
                <a:latin typeface="Arial"/>
              </a:rPr>
              <a:t>Click to edit the title text format</a:t>
            </a:r>
            <a:endParaRPr b="0" lang="fr-FR" sz="4200" strike="noStrike" u="none">
              <a:solidFill>
                <a:schemeClr val="dk1"/>
              </a:solidFill>
              <a:effectLst/>
              <a:uFillTx/>
              <a:latin typeface="Arial"/>
            </a:endParaRPr>
          </a:p>
        </p:txBody>
      </p:sp>
      <p:sp>
        <p:nvSpPr>
          <p:cNvPr id="29" name="PlaceHolder 2"/>
          <p:cNvSpPr>
            <a:spLocks noGrp="1"/>
          </p:cNvSpPr>
          <p:nvPr>
            <p:ph type="title"/>
          </p:nvPr>
        </p:nvSpPr>
        <p:spPr>
          <a:xfrm>
            <a:off x="469080" y="487080"/>
            <a:ext cx="1182240" cy="841320"/>
          </a:xfrm>
          <a:prstGeom prst="rect">
            <a:avLst/>
          </a:prstGeom>
          <a:noFill/>
          <a:ln w="0">
            <a:noFill/>
          </a:ln>
        </p:spPr>
        <p:txBody>
          <a:bodyPr lIns="91440" rIns="91440" tIns="91440" bIns="91440" anchor="b">
            <a:noAutofit/>
          </a:bodyPr>
          <a:p>
            <a:pPr indent="0">
              <a:lnSpc>
                <a:spcPct val="100000"/>
              </a:lnSpc>
              <a:buNone/>
            </a:pPr>
            <a:r>
              <a:rPr b="1" lang="fr-FR" sz="6000" strike="noStrike" u="none">
                <a:solidFill>
                  <a:schemeClr val="accent2"/>
                </a:solidFill>
                <a:effectLst/>
                <a:uFillTx/>
                <a:latin typeface="Manrope"/>
                <a:ea typeface="Manrope"/>
              </a:rPr>
              <a:t>xx%</a:t>
            </a:r>
            <a:endParaRPr b="0" lang="fr-FR" sz="6000" strike="noStrike" u="none">
              <a:solidFill>
                <a:schemeClr val="dk1"/>
              </a:solidFill>
              <a:effectLst/>
              <a:uFillTx/>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bg>
      <p:bgPr>
        <a:solidFill>
          <a:schemeClr val="lt1"/>
        </a:solidFill>
      </p:bgPr>
    </p:bg>
    <p:spTree>
      <p:nvGrpSpPr>
        <p:cNvPr id="1" name=""/>
        <p:cNvGrpSpPr/>
        <p:nvPr/>
      </p:nvGrpSpPr>
      <p:grpSpPr>
        <a:xfrm>
          <a:off x="0" y="0"/>
          <a:ext cx="0" cy="0"/>
          <a:chOff x="0" y="0"/>
          <a:chExt cx="0" cy="0"/>
        </a:xfrm>
      </p:grpSpPr>
      <p:sp>
        <p:nvSpPr>
          <p:cNvPr id="30" name="PlaceHolder 1"/>
          <p:cNvSpPr>
            <a:spLocks noGrp="1"/>
          </p:cNvSpPr>
          <p:nvPr>
            <p:ph type="title"/>
          </p:nvPr>
        </p:nvSpPr>
        <p:spPr>
          <a:xfrm>
            <a:off x="720000" y="228600"/>
            <a:ext cx="7703640" cy="572400"/>
          </a:xfrm>
          <a:prstGeom prst="rect">
            <a:avLst/>
          </a:prstGeom>
          <a:noFill/>
          <a:ln w="0">
            <a:noFill/>
          </a:ln>
        </p:spPr>
        <p:txBody>
          <a:bodyPr lIns="91440" rIns="91440" tIns="91440" bIns="91440" anchor="t">
            <a:noAutofit/>
          </a:bodyPr>
          <a:p>
            <a:pPr indent="0">
              <a:buNone/>
            </a:pPr>
            <a:r>
              <a:rPr b="0" lang="fr-FR" sz="2700" strike="noStrike" u="none">
                <a:solidFill>
                  <a:schemeClr val="dk1"/>
                </a:solidFill>
                <a:effectLst/>
                <a:uFillTx/>
                <a:latin typeface="Arial"/>
              </a:rPr>
              <a:t>Click to edit the title text format</a:t>
            </a:r>
            <a:endParaRPr b="0" lang="fr-FR" sz="2700" strike="noStrike" u="none">
              <a:solidFill>
                <a:schemeClr val="dk1"/>
              </a:solidFill>
              <a:effectLst/>
              <a:uFillTx/>
              <a:latin typeface="Arial"/>
            </a:endParaRPr>
          </a:p>
        </p:txBody>
      </p:sp>
      <p:sp>
        <p:nvSpPr>
          <p:cNvPr id="31" name="PlaceHolder 2"/>
          <p:cNvSpPr>
            <a:spLocks noGrp="1"/>
          </p:cNvSpPr>
          <p:nvPr>
            <p:ph type="body"/>
          </p:nvPr>
        </p:nvSpPr>
        <p:spPr>
          <a:xfrm>
            <a:off x="720000" y="999360"/>
            <a:ext cx="7703640" cy="3416040"/>
          </a:xfrm>
          <a:prstGeom prst="rect">
            <a:avLst/>
          </a:prstGeom>
          <a:noFill/>
          <a:ln w="0">
            <a:noFill/>
          </a:ln>
        </p:spPr>
        <p:txBody>
          <a:bodyPr lIns="91440" rIns="91440" tIns="91440" bIns="91440" anchor="t">
            <a:noAutofit/>
          </a:bodyPr>
          <a:p>
            <a:pPr marL="432000" indent="-324000">
              <a:spcBef>
                <a:spcPts val="1417"/>
              </a:spcBef>
              <a:buClr>
                <a:srgbClr val="ffffff"/>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1400" strike="noStrike" u="none">
                <a:solidFill>
                  <a:srgbClr val="000000"/>
                </a:solidFill>
                <a:effectLst/>
                <a:uFillTx/>
                <a:latin typeface="Arial"/>
              </a:rPr>
              <a:t>Fifth Outline Level</a:t>
            </a:r>
            <a:endParaRPr b="0" lang="fr-FR" sz="14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1400" strike="noStrike" u="none">
                <a:solidFill>
                  <a:srgbClr val="000000"/>
                </a:solidFill>
                <a:effectLst/>
                <a:uFillTx/>
                <a:latin typeface="Arial"/>
              </a:rPr>
              <a:t>Sixth Outline Level</a:t>
            </a:r>
            <a:endParaRPr b="0" lang="fr-FR" sz="14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1400" strike="noStrike" u="none">
                <a:solidFill>
                  <a:srgbClr val="000000"/>
                </a:solidFill>
                <a:effectLst/>
                <a:uFillTx/>
                <a:latin typeface="Arial"/>
              </a:rPr>
              <a:t>Seventh Outline Level</a:t>
            </a:r>
            <a:endParaRPr b="0" lang="fr-FR" sz="1400" strike="noStrike" u="none">
              <a:solidFill>
                <a:srgbClr val="000000"/>
              </a:solidFill>
              <a:effectLst/>
              <a:uFillTx/>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bg>
      <p:bgPr>
        <a:solidFill>
          <a:schemeClr val="lt1"/>
        </a:solidFill>
      </p:bgPr>
    </p:bg>
    <p:spTree>
      <p:nvGrpSpPr>
        <p:cNvPr id="1" name=""/>
        <p:cNvGrpSpPr/>
        <p:nvPr/>
      </p:nvGrpSpPr>
      <p:grpSpPr>
        <a:xfrm>
          <a:off x="0" y="0"/>
          <a:ext cx="0" cy="0"/>
          <a:chOff x="0" y="0"/>
          <a:chExt cx="0" cy="0"/>
        </a:xfrm>
      </p:grpSpPr>
      <p:sp>
        <p:nvSpPr>
          <p:cNvPr id="32" name="Google Shape;19;p5"/>
          <p:cNvSpPr/>
          <p:nvPr/>
        </p:nvSpPr>
        <p:spPr>
          <a:xfrm>
            <a:off x="118440" y="146520"/>
            <a:ext cx="8907120" cy="119160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3" name="PlaceHolder 1"/>
          <p:cNvSpPr>
            <a:spLocks noGrp="1"/>
          </p:cNvSpPr>
          <p:nvPr>
            <p:ph type="title"/>
          </p:nvPr>
        </p:nvSpPr>
        <p:spPr>
          <a:xfrm>
            <a:off x="720000" y="458640"/>
            <a:ext cx="7703640" cy="572400"/>
          </a:xfrm>
          <a:prstGeom prst="rect">
            <a:avLst/>
          </a:prstGeom>
          <a:noFill/>
          <a:ln w="0">
            <a:noFill/>
          </a:ln>
        </p:spPr>
        <p:txBody>
          <a:bodyPr lIns="91440" rIns="91440" tIns="91440" bIns="91440" anchor="t">
            <a:noAutofit/>
          </a:bodyPr>
          <a:p>
            <a:pPr indent="0">
              <a:buNone/>
            </a:pPr>
            <a:r>
              <a:rPr b="0" lang="fr-FR" sz="2700" strike="noStrike" u="none">
                <a:solidFill>
                  <a:schemeClr val="dk1"/>
                </a:solidFill>
                <a:effectLst/>
                <a:uFillTx/>
                <a:latin typeface="Arial"/>
              </a:rPr>
              <a:t>Click to edit the title text format</a:t>
            </a:r>
            <a:endParaRPr b="0" lang="fr-FR" sz="2700" strike="noStrike" u="none">
              <a:solidFill>
                <a:schemeClr val="dk1"/>
              </a:solidFill>
              <a:effectLst/>
              <a:uFillTx/>
              <a:latin typeface="Arial"/>
            </a:endParaRPr>
          </a:p>
        </p:txBody>
      </p:sp>
      <p:sp>
        <p:nvSpPr>
          <p:cNvPr id="34" name="Google Shape;25;p5"/>
          <p:cNvSpPr/>
          <p:nvPr/>
        </p:nvSpPr>
        <p:spPr>
          <a:xfrm rot="5400000">
            <a:off x="4492080" y="429840"/>
            <a:ext cx="222480" cy="896940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chemeClr val="lt1"/>
        </a:solidFill>
      </p:bgPr>
    </p:bg>
    <p:spTree>
      <p:nvGrpSpPr>
        <p:cNvPr id="1" name=""/>
        <p:cNvGrpSpPr/>
        <p:nvPr/>
      </p:nvGrpSpPr>
      <p:grpSpPr>
        <a:xfrm>
          <a:off x="0" y="0"/>
          <a:ext cx="0" cy="0"/>
          <a:chOff x="0" y="0"/>
          <a:chExt cx="0" cy="0"/>
        </a:xfrm>
      </p:grpSpPr>
      <p:sp>
        <p:nvSpPr>
          <p:cNvPr id="35" name="PlaceHolder 1"/>
          <p:cNvSpPr>
            <a:spLocks noGrp="1"/>
          </p:cNvSpPr>
          <p:nvPr>
            <p:ph type="title"/>
          </p:nvPr>
        </p:nvSpPr>
        <p:spPr>
          <a:xfrm>
            <a:off x="720000" y="458640"/>
            <a:ext cx="7703640" cy="572400"/>
          </a:xfrm>
          <a:prstGeom prst="rect">
            <a:avLst/>
          </a:prstGeom>
          <a:noFill/>
          <a:ln w="0">
            <a:noFill/>
          </a:ln>
        </p:spPr>
        <p:txBody>
          <a:bodyPr lIns="91440" rIns="91440" tIns="91440" bIns="91440" anchor="t">
            <a:noAutofit/>
          </a:bodyPr>
          <a:p>
            <a:pPr indent="0">
              <a:buNone/>
            </a:pPr>
            <a:r>
              <a:rPr b="0" lang="fr-FR" sz="2700" strike="noStrike" u="none">
                <a:solidFill>
                  <a:schemeClr val="dk1"/>
                </a:solidFill>
                <a:effectLst/>
                <a:uFillTx/>
                <a:latin typeface="Arial"/>
              </a:rPr>
              <a:t>Click to edit the title text format</a:t>
            </a:r>
            <a:endParaRPr b="0" lang="fr-FR" sz="2700" strike="noStrike" u="none">
              <a:solidFill>
                <a:schemeClr val="dk1"/>
              </a:solidFill>
              <a:effectLst/>
              <a:uFillTx/>
              <a:latin typeface="Arial"/>
            </a:endParaRPr>
          </a:p>
        </p:txBody>
      </p:sp>
      <p:sp>
        <p:nvSpPr>
          <p:cNvPr id="36" name="Google Shape;28;p6"/>
          <p:cNvSpPr/>
          <p:nvPr/>
        </p:nvSpPr>
        <p:spPr>
          <a:xfrm>
            <a:off x="136080" y="132480"/>
            <a:ext cx="8871840" cy="4952520"/>
          </a:xfrm>
          <a:prstGeom prst="roundRect">
            <a:avLst>
              <a:gd name="adj" fmla="val 5521"/>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bg>
      <p:bgPr>
        <a:solidFill>
          <a:schemeClr val="lt1"/>
        </a:solidFill>
      </p:bgPr>
    </p:bg>
    <p:spTree>
      <p:nvGrpSpPr>
        <p:cNvPr id="1" name=""/>
        <p:cNvGrpSpPr/>
        <p:nvPr/>
      </p:nvGrpSpPr>
      <p:grpSpPr>
        <a:xfrm>
          <a:off x="0" y="0"/>
          <a:ext cx="0" cy="0"/>
          <a:chOff x="0" y="0"/>
          <a:chExt cx="0" cy="0"/>
        </a:xfrm>
      </p:grpSpPr>
      <p:sp>
        <p:nvSpPr>
          <p:cNvPr id="37" name="Google Shape;30;p7"/>
          <p:cNvSpPr/>
          <p:nvPr/>
        </p:nvSpPr>
        <p:spPr>
          <a:xfrm>
            <a:off x="118440" y="146520"/>
            <a:ext cx="8907120" cy="119160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8" name="PlaceHolder 1"/>
          <p:cNvSpPr>
            <a:spLocks noGrp="1"/>
          </p:cNvSpPr>
          <p:nvPr>
            <p:ph type="title"/>
          </p:nvPr>
        </p:nvSpPr>
        <p:spPr>
          <a:xfrm>
            <a:off x="720000" y="458640"/>
            <a:ext cx="7703640" cy="572400"/>
          </a:xfrm>
          <a:prstGeom prst="rect">
            <a:avLst/>
          </a:prstGeom>
          <a:noFill/>
          <a:ln w="0">
            <a:noFill/>
          </a:ln>
        </p:spPr>
        <p:txBody>
          <a:bodyPr lIns="91440" rIns="91440" tIns="91440" bIns="91440" anchor="t">
            <a:noAutofit/>
          </a:bodyPr>
          <a:p>
            <a:pPr indent="0">
              <a:buNone/>
            </a:pPr>
            <a:r>
              <a:rPr b="0" lang="fr-FR" sz="2700" strike="noStrike" u="none">
                <a:solidFill>
                  <a:schemeClr val="dk1"/>
                </a:solidFill>
                <a:effectLst/>
                <a:uFillTx/>
                <a:latin typeface="Arial"/>
              </a:rPr>
              <a:t>Click to edit the title text format</a:t>
            </a:r>
            <a:endParaRPr b="0" lang="fr-FR" sz="2700" strike="noStrike" u="none">
              <a:solidFill>
                <a:schemeClr val="dk1"/>
              </a:solidFill>
              <a:effectLst/>
              <a:uFillTx/>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bg>
      <p:bgPr>
        <a:solidFill>
          <a:schemeClr val="lt1"/>
        </a:solidFill>
      </p:bgPr>
    </p:bg>
    <p:spTree>
      <p:nvGrpSpPr>
        <p:cNvPr id="1" name=""/>
        <p:cNvGrpSpPr/>
        <p:nvPr/>
      </p:nvGrpSpPr>
      <p:grpSpPr>
        <a:xfrm>
          <a:off x="0" y="0"/>
          <a:ext cx="0" cy="0"/>
          <a:chOff x="0" y="0"/>
          <a:chExt cx="0" cy="0"/>
        </a:xfrm>
      </p:grpSpPr>
      <p:sp>
        <p:nvSpPr>
          <p:cNvPr id="39" name="PlaceHolder 1"/>
          <p:cNvSpPr>
            <a:spLocks noGrp="1"/>
          </p:cNvSpPr>
          <p:nvPr>
            <p:ph type="title"/>
          </p:nvPr>
        </p:nvSpPr>
        <p:spPr>
          <a:xfrm>
            <a:off x="1133280" y="1896480"/>
            <a:ext cx="6876720" cy="1204920"/>
          </a:xfrm>
          <a:prstGeom prst="rect">
            <a:avLst/>
          </a:prstGeom>
          <a:noFill/>
          <a:ln w="0">
            <a:noFill/>
          </a:ln>
        </p:spPr>
        <p:txBody>
          <a:bodyPr lIns="91440" rIns="91440" tIns="91440" bIns="91440" anchor="ctr">
            <a:noAutofit/>
          </a:bodyPr>
          <a:p>
            <a:pPr indent="0">
              <a:buNone/>
            </a:pPr>
            <a:r>
              <a:rPr b="0" lang="fr-FR" sz="6000" strike="noStrike" u="none">
                <a:solidFill>
                  <a:schemeClr val="dk1"/>
                </a:solidFill>
                <a:effectLst/>
                <a:uFillTx/>
                <a:latin typeface="Arial"/>
              </a:rPr>
              <a:t>Click to edit the title text format</a:t>
            </a:r>
            <a:endParaRPr b="0" lang="fr-FR" sz="6000" strike="noStrike" u="none">
              <a:solidFill>
                <a:schemeClr val="dk1"/>
              </a:solidFill>
              <a:effectLst/>
              <a:uFillTx/>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bg>
      <p:bgPr>
        <a:solidFill>
          <a:schemeClr val="lt1"/>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228600" y="601920"/>
            <a:ext cx="4728240" cy="1402920"/>
          </a:xfrm>
          <a:prstGeom prst="rect">
            <a:avLst/>
          </a:prstGeom>
          <a:noFill/>
          <a:ln w="0">
            <a:noFill/>
          </a:ln>
        </p:spPr>
        <p:txBody>
          <a:bodyPr lIns="91440" rIns="91440" tIns="91440" bIns="91440" anchor="b">
            <a:noAutofit/>
          </a:bodyPr>
          <a:p>
            <a:pPr indent="0">
              <a:buNone/>
            </a:pPr>
            <a:r>
              <a:rPr b="0" lang="fr-FR" sz="2700" strike="noStrike" u="none">
                <a:solidFill>
                  <a:schemeClr val="dk1"/>
                </a:solidFill>
                <a:effectLst/>
                <a:uFillTx/>
                <a:latin typeface="Arial"/>
              </a:rPr>
              <a:t>Click to edit the title text format</a:t>
            </a:r>
            <a:endParaRPr b="0" lang="fr-FR" sz="2700" strike="noStrike" u="none">
              <a:solidFill>
                <a:schemeClr val="dk1"/>
              </a:solidFill>
              <a:effectLst/>
              <a:uFillTx/>
              <a:latin typeface="Arial"/>
            </a:endParaRPr>
          </a:p>
        </p:txBody>
      </p:sp>
      <p:sp>
        <p:nvSpPr>
          <p:cNvPr id="41" name="PlaceHolder 2"/>
          <p:cNvSpPr>
            <a:spLocks noGrp="1"/>
          </p:cNvSpPr>
          <p:nvPr>
            <p:ph type="body"/>
          </p:nvPr>
        </p:nvSpPr>
        <p:spPr>
          <a:xfrm>
            <a:off x="5659200" y="0"/>
            <a:ext cx="3484440" cy="5143320"/>
          </a:xfrm>
          <a:prstGeom prst="rect">
            <a:avLst/>
          </a:prstGeom>
          <a:noFill/>
          <a:ln w="0">
            <a:noFill/>
          </a:ln>
        </p:spPr>
        <p:txBody>
          <a:bodyPr lIns="90000" rIns="90000" tIns="45000" bIns="45000" anchor="t">
            <a:normAutofit/>
          </a:bodyPr>
          <a:p>
            <a:pPr marL="432000" indent="-324000">
              <a:spcBef>
                <a:spcPts val="1417"/>
              </a:spcBef>
              <a:buClr>
                <a:srgbClr val="ffffff"/>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bg>
      <p:bgPr>
        <a:solidFill>
          <a:schemeClr val="lt1"/>
        </a:solidFill>
      </p:bgPr>
    </p:bg>
    <p:spTree>
      <p:nvGrpSpPr>
        <p:cNvPr id="1" name=""/>
        <p:cNvGrpSpPr/>
        <p:nvPr/>
      </p:nvGrpSpPr>
      <p:grpSpPr>
        <a:xfrm>
          <a:off x="0" y="0"/>
          <a:ext cx="0" cy="0"/>
          <a:chOff x="0" y="0"/>
          <a:chExt cx="0" cy="0"/>
        </a:xfrm>
      </p:grpSpPr>
      <p:sp>
        <p:nvSpPr>
          <p:cNvPr id="42" name="PlaceHolder 1"/>
          <p:cNvSpPr>
            <a:spLocks noGrp="1"/>
          </p:cNvSpPr>
          <p:nvPr>
            <p:ph type="body"/>
          </p:nvPr>
        </p:nvSpPr>
        <p:spPr>
          <a:xfrm>
            <a:off x="0" y="0"/>
            <a:ext cx="9143640" cy="5143320"/>
          </a:xfrm>
          <a:prstGeom prst="rect">
            <a:avLst/>
          </a:prstGeom>
          <a:noFill/>
          <a:ln w="0">
            <a:noFill/>
          </a:ln>
        </p:spPr>
        <p:txBody>
          <a:bodyPr lIns="90000" rIns="90000" tIns="45000" bIns="45000" anchor="t">
            <a:normAutofit/>
          </a:bodyPr>
          <a:p>
            <a:pPr marL="432000" indent="-324000">
              <a:spcBef>
                <a:spcPts val="1417"/>
              </a:spcBef>
              <a:buClr>
                <a:srgbClr val="ffffff"/>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
        <p:nvSpPr>
          <p:cNvPr id="43" name="PlaceHolder 2"/>
          <p:cNvSpPr>
            <a:spLocks noGrp="1"/>
          </p:cNvSpPr>
          <p:nvPr>
            <p:ph type="title"/>
          </p:nvPr>
        </p:nvSpPr>
        <p:spPr>
          <a:xfrm>
            <a:off x="1390320" y="3955680"/>
            <a:ext cx="6363360" cy="572400"/>
          </a:xfrm>
          <a:prstGeom prst="rect">
            <a:avLst/>
          </a:prstGeom>
          <a:solidFill>
            <a:schemeClr val="lt1"/>
          </a:solidFill>
          <a:ln w="0">
            <a:noFill/>
          </a:ln>
        </p:spPr>
        <p:txBody>
          <a:bodyPr lIns="91440" rIns="91440" tIns="91440" bIns="91440" anchor="ctr">
            <a:noAutofit/>
          </a:bodyPr>
          <a:p>
            <a:pPr indent="0">
              <a:buNone/>
            </a:pPr>
            <a:r>
              <a:rPr b="0" lang="fr-FR" sz="2000" strike="noStrike" u="none">
                <a:solidFill>
                  <a:schemeClr val="dk1"/>
                </a:solidFill>
                <a:effectLst/>
                <a:uFillTx/>
                <a:latin typeface="Arial"/>
              </a:rPr>
              <a:t>Click to edit the title text format</a:t>
            </a:r>
            <a:endParaRPr b="0" lang="fr-FR" sz="2000" strike="noStrike" u="none">
              <a:solidFill>
                <a:schemeClr val="dk1"/>
              </a:solidFill>
              <a:effectLst/>
              <a:uFillTx/>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mple-light-2">
    <p:bg>
      <p:bgPr>
        <a:solidFill>
          <a:schemeClr val="dk1"/>
        </a:solidFill>
      </p:bgPr>
    </p:bg>
    <p:spTree>
      <p:nvGrpSpPr>
        <p:cNvPr id="1" name=""/>
        <p:cNvGrpSpPr/>
        <p:nvPr/>
      </p:nvGrpSpPr>
      <p:grpSpPr>
        <a:xfrm>
          <a:off x="0" y="0"/>
          <a:ext cx="0" cy="0"/>
          <a:chOff x="0" y="0"/>
          <a:chExt cx="0" cy="0"/>
        </a:xfrm>
      </p:grpSpPr>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
    <p:bg>
      <p:bgPr>
        <a:solidFill>
          <a:schemeClr val="dk1"/>
        </a:solidFill>
      </p:bgPr>
    </p:bg>
    <p:spTree>
      <p:nvGrpSpPr>
        <p:cNvPr id="1" name=""/>
        <p:cNvGrpSpPr/>
        <p:nvPr/>
      </p:nvGrpSpPr>
      <p:grpSpPr>
        <a:xfrm>
          <a:off x="0" y="0"/>
          <a:ext cx="0" cy="0"/>
          <a:chOff x="0" y="0"/>
          <a:chExt cx="0" cy="0"/>
        </a:xfrm>
      </p:grpSpPr>
      <p:sp>
        <p:nvSpPr>
          <p:cNvPr id="44" name="Google Shape;118;p22"/>
          <p:cNvSpPr/>
          <p:nvPr/>
        </p:nvSpPr>
        <p:spPr>
          <a:xfrm>
            <a:off x="0" y="-10440"/>
            <a:ext cx="9143640" cy="1180440"/>
          </a:xfrm>
          <a:prstGeom prst="rect">
            <a:avLst/>
          </a:prstGeom>
          <a:solidFill>
            <a:schemeClr val="accen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5" name="PlaceHolder 1"/>
          <p:cNvSpPr>
            <a:spLocks noGrp="1"/>
          </p:cNvSpPr>
          <p:nvPr>
            <p:ph type="title"/>
          </p:nvPr>
        </p:nvSpPr>
        <p:spPr>
          <a:xfrm>
            <a:off x="713160" y="539640"/>
            <a:ext cx="7717320" cy="48204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_1">
    <p:bg>
      <p:bgPr>
        <a:solidFill>
          <a:schemeClr val="dk1"/>
        </a:solidFill>
      </p:bgPr>
    </p:bg>
    <p:spTree>
      <p:nvGrpSpPr>
        <p:cNvPr id="1" name=""/>
        <p:cNvGrpSpPr/>
        <p:nvPr/>
      </p:nvGrpSpPr>
      <p:grpSpPr>
        <a:xfrm>
          <a:off x="0" y="0"/>
          <a:ext cx="0" cy="0"/>
          <a:chOff x="0" y="0"/>
          <a:chExt cx="0" cy="0"/>
        </a:xfrm>
      </p:grpSpPr>
      <p:sp>
        <p:nvSpPr>
          <p:cNvPr id="46" name="Google Shape;121;p23"/>
          <p:cNvSpPr/>
          <p:nvPr/>
        </p:nvSpPr>
        <p:spPr>
          <a:xfrm>
            <a:off x="0" y="-10440"/>
            <a:ext cx="9143640" cy="1180440"/>
          </a:xfrm>
          <a:prstGeom prst="rect">
            <a:avLst/>
          </a:prstGeom>
          <a:solidFill>
            <a:schemeClr val="accen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7" name="PlaceHolder 1"/>
          <p:cNvSpPr>
            <a:spLocks noGrp="1"/>
          </p:cNvSpPr>
          <p:nvPr>
            <p:ph type="title"/>
          </p:nvPr>
        </p:nvSpPr>
        <p:spPr>
          <a:xfrm>
            <a:off x="728640" y="539640"/>
            <a:ext cx="3347280" cy="48204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48" name="PlaceHolder 2"/>
          <p:cNvSpPr>
            <a:spLocks noGrp="1"/>
          </p:cNvSpPr>
          <p:nvPr>
            <p:ph type="title"/>
          </p:nvPr>
        </p:nvSpPr>
        <p:spPr>
          <a:xfrm>
            <a:off x="4977720" y="539640"/>
            <a:ext cx="3458160" cy="48204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slideLayout" Target="../slideLayouts/slideLayout2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8" r:id="rId2"/>
    <p:sldLayoutId id="2147483669" r:id="rId3"/>
    <p:sldLayoutId id="2147483670" r:id="rId4"/>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3.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7.xml"/>
</Relationships>
</file>

<file path=ppt/slides/_rels/slide4.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7.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7.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17.xml"/>
</Relationships>
</file>

<file path=ppt/slides/_rels/slide8.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17.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9" name="Google Shape;128;p24" descr=""/>
          <p:cNvPicPr/>
          <p:nvPr/>
        </p:nvPicPr>
        <p:blipFill>
          <a:blip r:embed="rId1"/>
          <a:srcRect l="0" t="13906" r="6550" b="7347"/>
          <a:stretch/>
        </p:blipFill>
        <p:spPr>
          <a:xfrm>
            <a:off x="0" y="0"/>
            <a:ext cx="9143640" cy="5143320"/>
          </a:xfrm>
          <a:prstGeom prst="rect">
            <a:avLst/>
          </a:prstGeom>
          <a:noFill/>
          <a:ln w="0">
            <a:noFill/>
          </a:ln>
        </p:spPr>
      </p:pic>
      <p:grpSp>
        <p:nvGrpSpPr>
          <p:cNvPr id="50" name="Google Shape;129;p24"/>
          <p:cNvGrpSpPr/>
          <p:nvPr/>
        </p:nvGrpSpPr>
        <p:grpSpPr>
          <a:xfrm>
            <a:off x="228600" y="228600"/>
            <a:ext cx="8672400" cy="4656960"/>
            <a:chOff x="228600" y="228600"/>
            <a:chExt cx="8672400" cy="4656960"/>
          </a:xfrm>
        </p:grpSpPr>
        <p:sp>
          <p:nvSpPr>
            <p:cNvPr id="51" name="Google Shape;130;p24"/>
            <p:cNvSpPr/>
            <p:nvPr/>
          </p:nvSpPr>
          <p:spPr>
            <a:xfrm>
              <a:off x="2050200" y="257760"/>
              <a:ext cx="6850800" cy="3777120"/>
            </a:xfrm>
            <a:prstGeom prst="roundRect">
              <a:avLst>
                <a:gd name="adj" fmla="val 7195"/>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2" name="Google Shape;131;p24"/>
            <p:cNvSpPr/>
            <p:nvPr/>
          </p:nvSpPr>
          <p:spPr>
            <a:xfrm>
              <a:off x="2050200" y="4174560"/>
              <a:ext cx="6850800" cy="710640"/>
            </a:xfrm>
            <a:prstGeom prst="roundRect">
              <a:avLst>
                <a:gd name="adj" fmla="val 24504"/>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nvGrpSpPr>
            <p:cNvPr id="53" name="Google Shape;132;p24"/>
            <p:cNvGrpSpPr/>
            <p:nvPr/>
          </p:nvGrpSpPr>
          <p:grpSpPr>
            <a:xfrm>
              <a:off x="228600" y="228600"/>
              <a:ext cx="1673640" cy="4656960"/>
              <a:chOff x="228600" y="228600"/>
              <a:chExt cx="1673640" cy="4656960"/>
            </a:xfrm>
          </p:grpSpPr>
          <p:sp>
            <p:nvSpPr>
              <p:cNvPr id="54" name="Google Shape;133;p24"/>
              <p:cNvSpPr/>
              <p:nvPr/>
            </p:nvSpPr>
            <p:spPr>
              <a:xfrm>
                <a:off x="228600" y="228600"/>
                <a:ext cx="1673640" cy="4656960"/>
              </a:xfrm>
              <a:prstGeom prst="roundRect">
                <a:avLst>
                  <a:gd name="adj" fmla="val 13823"/>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5" name="Google Shape;134;p24"/>
              <p:cNvSpPr/>
              <p:nvPr/>
            </p:nvSpPr>
            <p:spPr>
              <a:xfrm>
                <a:off x="313560" y="334440"/>
                <a:ext cx="1498320" cy="236520"/>
              </a:xfrm>
              <a:prstGeom prst="roundRect">
                <a:avLst>
                  <a:gd name="adj" fmla="val 50000"/>
                </a:avLst>
              </a:prstGeom>
              <a:solidFill>
                <a:schemeClr val="lt2"/>
              </a:solidFill>
              <a:ln w="9525">
                <a:solidFill>
                  <a:srgbClr val="00ffa4"/>
                </a:solidFill>
                <a:round/>
              </a:ln>
            </p:spPr>
            <p:style>
              <a:lnRef idx="0"/>
              <a:fillRef idx="0"/>
              <a:effectRef idx="0"/>
              <a:fontRef idx="minor"/>
            </p:style>
            <p:txBody>
              <a:bodyPr tIns="83520" bIns="83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sp>
        <p:nvSpPr>
          <p:cNvPr id="56" name="PlaceHolder 1"/>
          <p:cNvSpPr>
            <a:spLocks noGrp="1"/>
          </p:cNvSpPr>
          <p:nvPr>
            <p:ph type="title"/>
          </p:nvPr>
        </p:nvSpPr>
        <p:spPr>
          <a:xfrm>
            <a:off x="2190600" y="2571840"/>
            <a:ext cx="4495320" cy="1495080"/>
          </a:xfrm>
          <a:prstGeom prst="rect">
            <a:avLst/>
          </a:prstGeom>
          <a:noFill/>
          <a:ln w="0">
            <a:noFill/>
          </a:ln>
          <a:effectLst>
            <a:outerShdw dist="19080" dir="5400000" blurRad="57240" rotWithShape="0">
              <a:srgbClr val="000000">
                <a:alpha val="50000"/>
              </a:srgbClr>
            </a:outerShdw>
          </a:effectLst>
        </p:spPr>
        <p:txBody>
          <a:bodyPr lIns="91440" rIns="91440" tIns="91440" bIns="91440" anchor="b">
            <a:normAutofit/>
          </a:bodyPr>
          <a:p>
            <a:pPr indent="0">
              <a:lnSpc>
                <a:spcPct val="100000"/>
              </a:lnSpc>
              <a:buNone/>
              <a:tabLst>
                <a:tab algn="l" pos="0"/>
              </a:tabLst>
            </a:pPr>
            <a:r>
              <a:rPr b="1" lang="en-US" sz="4200" strike="noStrike" u="none">
                <a:solidFill>
                  <a:schemeClr val="dk1"/>
                </a:solidFill>
                <a:effectLst/>
                <a:uFillTx/>
                <a:latin typeface="Manrope"/>
                <a:ea typeface="Manrope"/>
              </a:rPr>
              <a:t>Attendance System</a:t>
            </a:r>
            <a:endParaRPr b="0" lang="fr-FR" sz="4200" strike="noStrike" u="none">
              <a:solidFill>
                <a:schemeClr val="dk1"/>
              </a:solidFill>
              <a:effectLst/>
              <a:uFillTx/>
              <a:latin typeface="Arial"/>
            </a:endParaRPr>
          </a:p>
        </p:txBody>
      </p:sp>
      <p:sp>
        <p:nvSpPr>
          <p:cNvPr id="57" name="PlaceHolder 2"/>
          <p:cNvSpPr>
            <a:spLocks noGrp="1"/>
          </p:cNvSpPr>
          <p:nvPr>
            <p:ph type="subTitle"/>
          </p:nvPr>
        </p:nvSpPr>
        <p:spPr>
          <a:xfrm>
            <a:off x="2190600" y="4324320"/>
            <a:ext cx="5800320" cy="475920"/>
          </a:xfrm>
          <a:prstGeom prst="rect">
            <a:avLst/>
          </a:prstGeom>
          <a:noFill/>
          <a:ln w="0">
            <a:noFill/>
          </a:ln>
          <a:effectLst>
            <a:outerShdw dist="19080" dir="5400000" blurRad="57240" rotWithShape="0">
              <a:srgbClr val="000000">
                <a:alpha val="50000"/>
              </a:srgbClr>
            </a:outerShdw>
          </a:effectLst>
        </p:spPr>
        <p:txBody>
          <a:bodyPr lIns="91440" rIns="91440" tIns="91440" bIns="91440" anchor="t">
            <a:normAutofit/>
          </a:bodyPr>
          <a:p>
            <a:pPr indent="0">
              <a:lnSpc>
                <a:spcPct val="115000"/>
              </a:lnSpc>
              <a:buNone/>
              <a:tabLst>
                <a:tab algn="l" pos="0"/>
              </a:tabLst>
            </a:pPr>
            <a:r>
              <a:rPr b="0" lang="en-US" sz="1600" strike="noStrike" u="none">
                <a:solidFill>
                  <a:schemeClr val="dk1"/>
                </a:solidFill>
                <a:effectLst/>
                <a:uFillTx/>
                <a:latin typeface="Funnel Sans Light"/>
                <a:ea typeface="Funnel Sans Light"/>
              </a:rPr>
              <a:t>Student Attendance Result Management</a:t>
            </a:r>
            <a:endParaRPr b="0" lang="en-US" sz="16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58" name="Google Shape;224;p28"/>
          <p:cNvGrpSpPr/>
          <p:nvPr/>
        </p:nvGrpSpPr>
        <p:grpSpPr>
          <a:xfrm>
            <a:off x="118440" y="1505520"/>
            <a:ext cx="8907120" cy="3546720"/>
            <a:chOff x="118440" y="1505520"/>
            <a:chExt cx="8907120" cy="3546720"/>
          </a:xfrm>
        </p:grpSpPr>
        <p:sp>
          <p:nvSpPr>
            <p:cNvPr id="59" name="Google Shape;225;p28"/>
            <p:cNvSpPr/>
            <p:nvPr/>
          </p:nvSpPr>
          <p:spPr>
            <a:xfrm>
              <a:off x="118440" y="1505520"/>
              <a:ext cx="8906760" cy="3157920"/>
            </a:xfrm>
            <a:prstGeom prst="roundRect">
              <a:avLst>
                <a:gd name="adj" fmla="val 5521"/>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0" name="Google Shape;226;p28"/>
            <p:cNvSpPr/>
            <p:nvPr/>
          </p:nvSpPr>
          <p:spPr>
            <a:xfrm rot="5400000">
              <a:off x="4471200" y="497880"/>
              <a:ext cx="201600" cy="890676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61" name="PlaceHolder 1"/>
          <p:cNvSpPr>
            <a:spLocks noGrp="1"/>
          </p:cNvSpPr>
          <p:nvPr>
            <p:ph type="title"/>
          </p:nvPr>
        </p:nvSpPr>
        <p:spPr>
          <a:xfrm>
            <a:off x="723960" y="457200"/>
            <a:ext cx="7705440" cy="571320"/>
          </a:xfrm>
          <a:prstGeom prst="rect">
            <a:avLst/>
          </a:prstGeom>
          <a:noFill/>
          <a:ln w="0">
            <a:noFill/>
          </a:ln>
        </p:spPr>
        <p:txBody>
          <a:bodyPr lIns="91440" rIns="91440" tIns="91440" bIns="91440" anchor="t">
            <a:normAutofit lnSpcReduction="9999"/>
          </a:bodyPr>
          <a:p>
            <a:pPr indent="0" algn="ctr">
              <a:lnSpc>
                <a:spcPct val="100000"/>
              </a:lnSpc>
              <a:buNone/>
              <a:tabLst>
                <a:tab algn="l" pos="0"/>
              </a:tabLst>
            </a:pPr>
            <a:r>
              <a:rPr b="1" lang="en-US" sz="2700" strike="noStrike" u="none">
                <a:solidFill>
                  <a:schemeClr val="dk1"/>
                </a:solidFill>
                <a:effectLst/>
                <a:uFillTx/>
                <a:latin typeface="Manrope"/>
                <a:ea typeface="Manrope"/>
              </a:rPr>
              <a:t>Introduction</a:t>
            </a:r>
            <a:endParaRPr b="0" lang="fr-FR" sz="2700" strike="noStrike" u="none">
              <a:solidFill>
                <a:schemeClr val="dk1"/>
              </a:solidFill>
              <a:effectLst/>
              <a:uFillTx/>
              <a:latin typeface="Arial"/>
            </a:endParaRPr>
          </a:p>
        </p:txBody>
      </p:sp>
      <p:sp>
        <p:nvSpPr>
          <p:cNvPr id="62" name="PlaceHolder 2"/>
          <p:cNvSpPr>
            <a:spLocks noGrp="1"/>
          </p:cNvSpPr>
          <p:nvPr>
            <p:ph type="subTitle"/>
          </p:nvPr>
        </p:nvSpPr>
        <p:spPr>
          <a:xfrm>
            <a:off x="695160" y="1809720"/>
            <a:ext cx="7762680" cy="2619000"/>
          </a:xfrm>
          <a:prstGeom prst="rect">
            <a:avLst/>
          </a:prstGeom>
          <a:noFill/>
          <a:ln w="0">
            <a:noFill/>
          </a:ln>
        </p:spPr>
        <p:txBody>
          <a:bodyPr lIns="91440" rIns="91440" tIns="91440" bIns="91440" anchor="t">
            <a:normAutofit/>
          </a:bodyPr>
          <a:p>
            <a:pPr indent="0">
              <a:lnSpc>
                <a:spcPct val="120000"/>
              </a:lnSpc>
              <a:buNone/>
              <a:tabLst>
                <a:tab algn="l" pos="0"/>
              </a:tabLst>
            </a:pPr>
            <a:r>
              <a:rPr b="0" lang="en-US" sz="1200" strike="noStrike" u="none">
                <a:solidFill>
                  <a:schemeClr val="dk1"/>
                </a:solidFill>
                <a:effectLst/>
                <a:uFillTx/>
                <a:latin typeface="Funnel Sans"/>
                <a:ea typeface="Funnel Sans"/>
              </a:rPr>
              <a:t>This system is designed to streamline the management of student attendance and academic results. It provides a centralized platform for recording attendance, tracking performance, and generating reports. By automating these processes, the system enhances accuracy, saves time, and supports data-driven decision-making in educational institutions.</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3" name="Google Shape;280;p31" descr=""/>
          <p:cNvPicPr/>
          <p:nvPr/>
        </p:nvPicPr>
        <p:blipFill>
          <a:blip r:embed="rId1"/>
          <a:srcRect l="13798" t="0" r="1556" b="0"/>
          <a:stretch/>
        </p:blipFill>
        <p:spPr>
          <a:xfrm>
            <a:off x="5659200" y="0"/>
            <a:ext cx="3484440" cy="5143320"/>
          </a:xfrm>
          <a:prstGeom prst="rect">
            <a:avLst/>
          </a:prstGeom>
          <a:noFill/>
          <a:ln w="0">
            <a:noFill/>
          </a:ln>
        </p:spPr>
      </p:pic>
      <p:grpSp>
        <p:nvGrpSpPr>
          <p:cNvPr id="64" name="Google Shape;281;p31"/>
          <p:cNvGrpSpPr/>
          <p:nvPr/>
        </p:nvGrpSpPr>
        <p:grpSpPr>
          <a:xfrm>
            <a:off x="118440" y="585360"/>
            <a:ext cx="8907120" cy="4466880"/>
            <a:chOff x="118440" y="585360"/>
            <a:chExt cx="8907120" cy="4466880"/>
          </a:xfrm>
        </p:grpSpPr>
        <p:sp>
          <p:nvSpPr>
            <p:cNvPr id="65" name="Google Shape;282;p31"/>
            <p:cNvSpPr/>
            <p:nvPr/>
          </p:nvSpPr>
          <p:spPr>
            <a:xfrm>
              <a:off x="118440" y="585360"/>
              <a:ext cx="5191920" cy="149112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6" name="Google Shape;283;p31"/>
            <p:cNvSpPr/>
            <p:nvPr/>
          </p:nvSpPr>
          <p:spPr>
            <a:xfrm rot="5400000">
              <a:off x="4471200" y="497880"/>
              <a:ext cx="201600" cy="890676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67" name="PlaceHolder 1"/>
          <p:cNvSpPr>
            <a:spLocks noGrp="1"/>
          </p:cNvSpPr>
          <p:nvPr>
            <p:ph type="title"/>
          </p:nvPr>
        </p:nvSpPr>
        <p:spPr>
          <a:xfrm>
            <a:off x="228600" y="600120"/>
            <a:ext cx="4723920" cy="1399680"/>
          </a:xfrm>
          <a:prstGeom prst="rect">
            <a:avLst/>
          </a:prstGeom>
          <a:noFill/>
          <a:ln w="0">
            <a:noFill/>
          </a:ln>
        </p:spPr>
        <p:txBody>
          <a:bodyPr lIns="91440" rIns="91440" tIns="91440" bIns="91440" anchor="b">
            <a:normAutofit/>
          </a:bodyPr>
          <a:p>
            <a:pPr indent="0">
              <a:lnSpc>
                <a:spcPct val="100000"/>
              </a:lnSpc>
              <a:buNone/>
              <a:tabLst>
                <a:tab algn="l" pos="0"/>
              </a:tabLst>
            </a:pPr>
            <a:r>
              <a:rPr b="1" lang="en-US" sz="2700" strike="noStrike" u="none">
                <a:solidFill>
                  <a:schemeClr val="dk1"/>
                </a:solidFill>
                <a:effectLst/>
                <a:uFillTx/>
                <a:latin typeface="Manrope"/>
                <a:ea typeface="Manrope"/>
              </a:rPr>
              <a:t>System</a:t>
            </a:r>
            <a:endParaRPr b="0" lang="fr-FR" sz="2700" strike="noStrike" u="none">
              <a:solidFill>
                <a:schemeClr val="dk1"/>
              </a:solidFill>
              <a:effectLst/>
              <a:uFillTx/>
              <a:latin typeface="Arial"/>
            </a:endParaRPr>
          </a:p>
          <a:p>
            <a:pPr indent="0">
              <a:lnSpc>
                <a:spcPct val="100000"/>
              </a:lnSpc>
              <a:buNone/>
              <a:tabLst>
                <a:tab algn="l" pos="0"/>
              </a:tabLst>
            </a:pPr>
            <a:r>
              <a:rPr b="1" lang="en-US" sz="2700" strike="noStrike" u="none">
                <a:solidFill>
                  <a:schemeClr val="dk1"/>
                </a:solidFill>
                <a:effectLst/>
                <a:uFillTx/>
                <a:latin typeface="Manrope"/>
                <a:ea typeface="Manrope"/>
              </a:rPr>
              <a:t> Overview</a:t>
            </a:r>
            <a:endParaRPr b="0" lang="fr-FR" sz="2700" strike="noStrike" u="none">
              <a:solidFill>
                <a:schemeClr val="dk1"/>
              </a:solidFill>
              <a:effectLst/>
              <a:uFillTx/>
              <a:latin typeface="Arial"/>
            </a:endParaRPr>
          </a:p>
        </p:txBody>
      </p:sp>
      <p:sp>
        <p:nvSpPr>
          <p:cNvPr id="68" name="PlaceHolder 2"/>
          <p:cNvSpPr>
            <a:spLocks noGrp="1"/>
          </p:cNvSpPr>
          <p:nvPr>
            <p:ph type="subTitle"/>
          </p:nvPr>
        </p:nvSpPr>
        <p:spPr>
          <a:xfrm>
            <a:off x="228600" y="2314080"/>
            <a:ext cx="4028760" cy="2095560"/>
          </a:xfrm>
          <a:prstGeom prst="rect">
            <a:avLst/>
          </a:prstGeom>
          <a:noFill/>
          <a:ln w="0">
            <a:noFill/>
          </a:ln>
        </p:spPr>
        <p:txBody>
          <a:bodyPr lIns="91440" rIns="91440" tIns="91440" bIns="91440" anchor="b">
            <a:spAutoFit/>
          </a:bodyPr>
          <a:p>
            <a:pPr indent="0" algn="ctr">
              <a:buNone/>
            </a:pPr>
            <a:endParaRPr b="0" lang="en-US" sz="1400" strike="noStrike" u="none">
              <a:solidFill>
                <a:schemeClr val="dk1"/>
              </a:solidFill>
              <a:effectLst/>
              <a:uFillTx/>
              <a:latin typeface="Funnel Sans"/>
              <a:ea typeface="Funnel Sans"/>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9" name="Google Shape;280;p31" descr=""/>
          <p:cNvPicPr/>
          <p:nvPr/>
        </p:nvPicPr>
        <p:blipFill>
          <a:blip r:embed="rId1"/>
          <a:srcRect l="13798" t="0" r="1556" b="0"/>
          <a:stretch/>
        </p:blipFill>
        <p:spPr>
          <a:xfrm>
            <a:off x="5659200" y="0"/>
            <a:ext cx="3484440" cy="5143320"/>
          </a:xfrm>
          <a:prstGeom prst="rect">
            <a:avLst/>
          </a:prstGeom>
          <a:noFill/>
          <a:ln w="0">
            <a:noFill/>
          </a:ln>
        </p:spPr>
      </p:pic>
      <p:grpSp>
        <p:nvGrpSpPr>
          <p:cNvPr id="70" name="Google Shape;281;p31"/>
          <p:cNvGrpSpPr/>
          <p:nvPr/>
        </p:nvGrpSpPr>
        <p:grpSpPr>
          <a:xfrm>
            <a:off x="118440" y="585360"/>
            <a:ext cx="8907120" cy="4466880"/>
            <a:chOff x="118440" y="585360"/>
            <a:chExt cx="8907120" cy="4466880"/>
          </a:xfrm>
        </p:grpSpPr>
        <p:sp>
          <p:nvSpPr>
            <p:cNvPr id="71" name="Google Shape;282;p31"/>
            <p:cNvSpPr/>
            <p:nvPr/>
          </p:nvSpPr>
          <p:spPr>
            <a:xfrm>
              <a:off x="118440" y="585360"/>
              <a:ext cx="5191920" cy="149112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2" name="Google Shape;283;p31"/>
            <p:cNvSpPr/>
            <p:nvPr/>
          </p:nvSpPr>
          <p:spPr>
            <a:xfrm rot="5400000">
              <a:off x="4471200" y="497880"/>
              <a:ext cx="201600" cy="890676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73" name="PlaceHolder 1"/>
          <p:cNvSpPr>
            <a:spLocks noGrp="1"/>
          </p:cNvSpPr>
          <p:nvPr>
            <p:ph type="title"/>
          </p:nvPr>
        </p:nvSpPr>
        <p:spPr>
          <a:xfrm>
            <a:off x="228600" y="600120"/>
            <a:ext cx="4723920" cy="1399680"/>
          </a:xfrm>
          <a:prstGeom prst="rect">
            <a:avLst/>
          </a:prstGeom>
          <a:noFill/>
          <a:ln w="0">
            <a:noFill/>
          </a:ln>
        </p:spPr>
        <p:txBody>
          <a:bodyPr lIns="91440" rIns="91440" tIns="91440" bIns="91440" anchor="b">
            <a:normAutofit/>
          </a:bodyPr>
          <a:p>
            <a:pPr indent="0">
              <a:lnSpc>
                <a:spcPct val="100000"/>
              </a:lnSpc>
              <a:buNone/>
              <a:tabLst>
                <a:tab algn="l" pos="0"/>
              </a:tabLst>
            </a:pPr>
            <a:r>
              <a:rPr b="1" lang="en-US" sz="2700" strike="noStrike" u="none">
                <a:solidFill>
                  <a:schemeClr val="dk1"/>
                </a:solidFill>
                <a:effectLst/>
                <a:uFillTx/>
                <a:latin typeface="Manrope"/>
                <a:ea typeface="Manrope"/>
              </a:rPr>
              <a:t>Purpose and</a:t>
            </a:r>
            <a:endParaRPr b="0" lang="fr-FR" sz="2700" strike="noStrike" u="none">
              <a:solidFill>
                <a:schemeClr val="dk1"/>
              </a:solidFill>
              <a:effectLst/>
              <a:uFillTx/>
              <a:latin typeface="Arial"/>
            </a:endParaRPr>
          </a:p>
          <a:p>
            <a:pPr indent="0">
              <a:lnSpc>
                <a:spcPct val="100000"/>
              </a:lnSpc>
              <a:buNone/>
              <a:tabLst>
                <a:tab algn="l" pos="0"/>
              </a:tabLst>
            </a:pPr>
            <a:r>
              <a:rPr b="1" lang="en-US" sz="2700" strike="noStrike" u="none">
                <a:solidFill>
                  <a:schemeClr val="dk1"/>
                </a:solidFill>
                <a:effectLst/>
                <a:uFillTx/>
                <a:latin typeface="Manrope"/>
                <a:ea typeface="Manrope"/>
              </a:rPr>
              <a:t> Benefits</a:t>
            </a:r>
            <a:endParaRPr b="0" lang="fr-FR" sz="2700" strike="noStrike" u="none">
              <a:solidFill>
                <a:schemeClr val="dk1"/>
              </a:solidFill>
              <a:effectLst/>
              <a:uFillTx/>
              <a:latin typeface="Arial"/>
            </a:endParaRPr>
          </a:p>
        </p:txBody>
      </p:sp>
      <p:sp>
        <p:nvSpPr>
          <p:cNvPr id="74" name="PlaceHolder 2"/>
          <p:cNvSpPr>
            <a:spLocks noGrp="1"/>
          </p:cNvSpPr>
          <p:nvPr>
            <p:ph type="subTitle"/>
          </p:nvPr>
        </p:nvSpPr>
        <p:spPr>
          <a:xfrm>
            <a:off x="228600" y="2314440"/>
            <a:ext cx="4028760" cy="2095200"/>
          </a:xfrm>
          <a:prstGeom prst="rect">
            <a:avLst/>
          </a:prstGeom>
          <a:noFill/>
          <a:ln w="0">
            <a:noFill/>
          </a:ln>
        </p:spPr>
        <p:txBody>
          <a:bodyPr lIns="91440" rIns="91440" tIns="91440" bIns="91440" anchor="b">
            <a:normAutofit/>
          </a:bodyPr>
          <a:p>
            <a:pPr indent="0">
              <a:lnSpc>
                <a:spcPct val="120000"/>
              </a:lnSpc>
              <a:buNone/>
              <a:tabLst>
                <a:tab algn="l" pos="0"/>
              </a:tabLst>
            </a:pPr>
            <a:r>
              <a:rPr b="0" lang="en-US" sz="1200" strike="noStrike" u="none">
                <a:solidFill>
                  <a:schemeClr val="dk1"/>
                </a:solidFill>
                <a:effectLst/>
                <a:uFillTx/>
                <a:latin typeface="Funnel Sans"/>
                <a:ea typeface="Funnel Sans"/>
              </a:rPr>
              <a:t>The system aims to simplify daily attendance tracking and result management. It reduces manual errors, improves data accessibility, and helps monitor student progress efficiently. Institutions benefit from timely reports and better resource management, ultimately contributing to improved educational outcomes.</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75" name="Google Shape;224;p28"/>
          <p:cNvGrpSpPr/>
          <p:nvPr/>
        </p:nvGrpSpPr>
        <p:grpSpPr>
          <a:xfrm>
            <a:off x="118440" y="1505520"/>
            <a:ext cx="8907120" cy="3546720"/>
            <a:chOff x="118440" y="1505520"/>
            <a:chExt cx="8907120" cy="3546720"/>
          </a:xfrm>
        </p:grpSpPr>
        <p:sp>
          <p:nvSpPr>
            <p:cNvPr id="76" name="Google Shape;225;p28"/>
            <p:cNvSpPr/>
            <p:nvPr/>
          </p:nvSpPr>
          <p:spPr>
            <a:xfrm>
              <a:off x="118440" y="1505520"/>
              <a:ext cx="8906760" cy="3157920"/>
            </a:xfrm>
            <a:prstGeom prst="roundRect">
              <a:avLst>
                <a:gd name="adj" fmla="val 5521"/>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7" name="Google Shape;226;p28"/>
            <p:cNvSpPr/>
            <p:nvPr/>
          </p:nvSpPr>
          <p:spPr>
            <a:xfrm rot="5400000">
              <a:off x="4471200" y="497880"/>
              <a:ext cx="201600" cy="890676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78" name="PlaceHolder 1"/>
          <p:cNvSpPr>
            <a:spLocks noGrp="1"/>
          </p:cNvSpPr>
          <p:nvPr>
            <p:ph type="title"/>
          </p:nvPr>
        </p:nvSpPr>
        <p:spPr>
          <a:xfrm>
            <a:off x="723960" y="457200"/>
            <a:ext cx="7705440" cy="571320"/>
          </a:xfrm>
          <a:prstGeom prst="rect">
            <a:avLst/>
          </a:prstGeom>
          <a:noFill/>
          <a:ln w="0">
            <a:noFill/>
          </a:ln>
        </p:spPr>
        <p:txBody>
          <a:bodyPr lIns="91440" rIns="91440" tIns="91440" bIns="91440" anchor="t">
            <a:normAutofit lnSpcReduction="9999"/>
          </a:bodyPr>
          <a:p>
            <a:pPr indent="0" algn="ctr">
              <a:lnSpc>
                <a:spcPct val="100000"/>
              </a:lnSpc>
              <a:buNone/>
              <a:tabLst>
                <a:tab algn="l" pos="0"/>
              </a:tabLst>
            </a:pPr>
            <a:r>
              <a:rPr b="1" lang="en-US" sz="2700" strike="noStrike" u="none">
                <a:solidFill>
                  <a:schemeClr val="dk1"/>
                </a:solidFill>
                <a:effectLst/>
                <a:uFillTx/>
                <a:latin typeface="Manrope"/>
                <a:ea typeface="Manrope"/>
              </a:rPr>
              <a:t>Key Features</a:t>
            </a:r>
            <a:endParaRPr b="0" lang="fr-FR" sz="2700" strike="noStrike" u="none">
              <a:solidFill>
                <a:schemeClr val="dk1"/>
              </a:solidFill>
              <a:effectLst/>
              <a:uFillTx/>
              <a:latin typeface="Arial"/>
            </a:endParaRPr>
          </a:p>
        </p:txBody>
      </p:sp>
      <p:sp>
        <p:nvSpPr>
          <p:cNvPr id="79" name="PlaceHolder 2"/>
          <p:cNvSpPr>
            <a:spLocks noGrp="1"/>
          </p:cNvSpPr>
          <p:nvPr>
            <p:ph type="subTitle"/>
          </p:nvPr>
        </p:nvSpPr>
        <p:spPr>
          <a:xfrm>
            <a:off x="695160" y="1809720"/>
            <a:ext cx="7762680" cy="2619000"/>
          </a:xfrm>
          <a:prstGeom prst="rect">
            <a:avLst/>
          </a:prstGeom>
          <a:noFill/>
          <a:ln w="0">
            <a:noFill/>
          </a:ln>
        </p:spPr>
        <p:txBody>
          <a:bodyPr lIns="91440" rIns="91440" tIns="91440" bIns="91440" anchor="t">
            <a:normAutofit/>
          </a:bodyPr>
          <a:p>
            <a:pPr indent="0">
              <a:lnSpc>
                <a:spcPct val="120000"/>
              </a:lnSpc>
              <a:buNone/>
              <a:tabLst>
                <a:tab algn="l" pos="0"/>
              </a:tabLst>
            </a:pPr>
            <a:r>
              <a:rPr b="0" lang="en-US" sz="1200" strike="noStrike" u="none">
                <a:solidFill>
                  <a:schemeClr val="dk1"/>
                </a:solidFill>
                <a:effectLst/>
                <a:uFillTx/>
                <a:latin typeface="Funnel Sans"/>
                <a:ea typeface="Funnel Sans"/>
              </a:rPr>
              <a:t>Core features include attendance marking, result entry, and report generation. The system supports multiple user roles such as admin, teachers, and students. It ensures secure data handling, real-time updates, and easy interface navigation, making it a comprehensive solution for academic management.</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80" name="Google Shape;224;p28"/>
          <p:cNvGrpSpPr/>
          <p:nvPr/>
        </p:nvGrpSpPr>
        <p:grpSpPr>
          <a:xfrm>
            <a:off x="118440" y="1505520"/>
            <a:ext cx="8907120" cy="3546720"/>
            <a:chOff x="118440" y="1505520"/>
            <a:chExt cx="8907120" cy="3546720"/>
          </a:xfrm>
        </p:grpSpPr>
        <p:sp>
          <p:nvSpPr>
            <p:cNvPr id="81" name="Google Shape;225;p28"/>
            <p:cNvSpPr/>
            <p:nvPr/>
          </p:nvSpPr>
          <p:spPr>
            <a:xfrm>
              <a:off x="118440" y="1505520"/>
              <a:ext cx="8906760" cy="3157920"/>
            </a:xfrm>
            <a:prstGeom prst="roundRect">
              <a:avLst>
                <a:gd name="adj" fmla="val 5521"/>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82" name="Google Shape;226;p28"/>
            <p:cNvSpPr/>
            <p:nvPr/>
          </p:nvSpPr>
          <p:spPr>
            <a:xfrm rot="5400000">
              <a:off x="4471200" y="497880"/>
              <a:ext cx="201600" cy="890676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83" name="PlaceHolder 1"/>
          <p:cNvSpPr>
            <a:spLocks noGrp="1"/>
          </p:cNvSpPr>
          <p:nvPr>
            <p:ph type="title"/>
          </p:nvPr>
        </p:nvSpPr>
        <p:spPr>
          <a:xfrm>
            <a:off x="723960" y="457200"/>
            <a:ext cx="7705440" cy="571320"/>
          </a:xfrm>
          <a:prstGeom prst="rect">
            <a:avLst/>
          </a:prstGeom>
          <a:noFill/>
          <a:ln w="0">
            <a:noFill/>
          </a:ln>
        </p:spPr>
        <p:txBody>
          <a:bodyPr lIns="91440" rIns="91440" tIns="91440" bIns="91440" anchor="t">
            <a:normAutofit lnSpcReduction="9999"/>
          </a:bodyPr>
          <a:p>
            <a:pPr indent="0" algn="ctr">
              <a:lnSpc>
                <a:spcPct val="100000"/>
              </a:lnSpc>
              <a:buNone/>
              <a:tabLst>
                <a:tab algn="l" pos="0"/>
              </a:tabLst>
            </a:pPr>
            <a:r>
              <a:rPr b="1" lang="en-US" sz="2700" strike="noStrike" u="none">
                <a:solidFill>
                  <a:schemeClr val="dk1"/>
                </a:solidFill>
                <a:effectLst/>
                <a:uFillTx/>
                <a:latin typeface="Manrope"/>
                <a:ea typeface="Manrope"/>
              </a:rPr>
              <a:t>User Roles</a:t>
            </a:r>
            <a:endParaRPr b="0" lang="fr-FR" sz="2700" strike="noStrike" u="none">
              <a:solidFill>
                <a:schemeClr val="dk1"/>
              </a:solidFill>
              <a:effectLst/>
              <a:uFillTx/>
              <a:latin typeface="Arial"/>
            </a:endParaRPr>
          </a:p>
        </p:txBody>
      </p:sp>
      <p:sp>
        <p:nvSpPr>
          <p:cNvPr id="84" name="PlaceHolder 2"/>
          <p:cNvSpPr>
            <a:spLocks noGrp="1"/>
          </p:cNvSpPr>
          <p:nvPr>
            <p:ph type="subTitle"/>
          </p:nvPr>
        </p:nvSpPr>
        <p:spPr>
          <a:xfrm>
            <a:off x="695160" y="1809720"/>
            <a:ext cx="7762680" cy="2619000"/>
          </a:xfrm>
          <a:prstGeom prst="rect">
            <a:avLst/>
          </a:prstGeom>
          <a:noFill/>
          <a:ln w="0">
            <a:noFill/>
          </a:ln>
        </p:spPr>
        <p:txBody>
          <a:bodyPr lIns="91440" rIns="91440" tIns="91440" bIns="91440" anchor="t">
            <a:normAutofit/>
          </a:bodyPr>
          <a:p>
            <a:pPr indent="0">
              <a:lnSpc>
                <a:spcPct val="120000"/>
              </a:lnSpc>
              <a:buNone/>
              <a:tabLst>
                <a:tab algn="l" pos="0"/>
              </a:tabLst>
            </a:pPr>
            <a:r>
              <a:rPr b="0" lang="en-US" sz="1200" strike="noStrike" u="none">
                <a:solidFill>
                  <a:schemeClr val="dk1"/>
                </a:solidFill>
                <a:effectLst/>
                <a:uFillTx/>
                <a:latin typeface="Funnel Sans"/>
                <a:ea typeface="Funnel Sans"/>
              </a:rPr>
              <a:t>The system defines distinct user roles to ensure secure and efficient access. </a:t>
            </a:r>
            <a:r>
              <a:rPr b="1" lang="en-US" sz="1200" strike="noStrike" u="none">
                <a:solidFill>
                  <a:schemeClr val="dk1"/>
                </a:solidFill>
                <a:effectLst/>
                <a:uFillTx/>
                <a:latin typeface="Funnel Sans"/>
                <a:ea typeface="Funnel Sans"/>
              </a:rPr>
              <a:t>Administrators</a:t>
            </a:r>
            <a:r>
              <a:rPr b="0" lang="en-US" sz="1200" strike="noStrike" u="none">
                <a:solidFill>
                  <a:schemeClr val="dk1"/>
                </a:solidFill>
                <a:effectLst/>
                <a:uFillTx/>
                <a:latin typeface="Funnel Sans"/>
                <a:ea typeface="Funnel Sans"/>
              </a:rPr>
              <a:t> manage user accounts and oversee the entire system. </a:t>
            </a:r>
            <a:r>
              <a:rPr b="1" lang="en-US" sz="1200" strike="noStrike" u="none">
                <a:solidFill>
                  <a:schemeClr val="dk1"/>
                </a:solidFill>
                <a:effectLst/>
                <a:uFillTx/>
                <a:latin typeface="Funnel Sans"/>
                <a:ea typeface="Funnel Sans"/>
              </a:rPr>
              <a:t>Teachers</a:t>
            </a:r>
            <a:r>
              <a:rPr b="0" lang="en-US" sz="1200" strike="noStrike" u="none">
                <a:solidFill>
                  <a:schemeClr val="dk1"/>
                </a:solidFill>
                <a:effectLst/>
                <a:uFillTx/>
                <a:latin typeface="Funnel Sans"/>
                <a:ea typeface="Funnel Sans"/>
              </a:rPr>
              <a:t> handle attendance input and result assessments. </a:t>
            </a:r>
            <a:r>
              <a:rPr b="1" lang="en-US" sz="1200" strike="noStrike" u="none">
                <a:solidFill>
                  <a:schemeClr val="dk1"/>
                </a:solidFill>
                <a:effectLst/>
                <a:uFillTx/>
                <a:latin typeface="Funnel Sans"/>
                <a:ea typeface="Funnel Sans"/>
              </a:rPr>
              <a:t>Students</a:t>
            </a:r>
            <a:r>
              <a:rPr b="0" lang="en-US" sz="1200" strike="noStrike" u="none">
                <a:solidFill>
                  <a:schemeClr val="dk1"/>
                </a:solidFill>
                <a:effectLst/>
                <a:uFillTx/>
                <a:latin typeface="Funnel Sans"/>
                <a:ea typeface="Funnel Sans"/>
              </a:rPr>
              <a:t> can view their attendance records and performance reports, promoting transparency and engagement within the academic environment.</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5" name="Google Shape;280;p31" descr=""/>
          <p:cNvPicPr/>
          <p:nvPr/>
        </p:nvPicPr>
        <p:blipFill>
          <a:blip r:embed="rId1"/>
          <a:srcRect l="13798" t="0" r="1556" b="0"/>
          <a:stretch/>
        </p:blipFill>
        <p:spPr>
          <a:xfrm>
            <a:off x="5659200" y="0"/>
            <a:ext cx="3484440" cy="5143320"/>
          </a:xfrm>
          <a:prstGeom prst="rect">
            <a:avLst/>
          </a:prstGeom>
          <a:noFill/>
          <a:ln w="0">
            <a:noFill/>
          </a:ln>
        </p:spPr>
      </p:pic>
      <p:grpSp>
        <p:nvGrpSpPr>
          <p:cNvPr id="86" name="Google Shape;281;p31"/>
          <p:cNvGrpSpPr/>
          <p:nvPr/>
        </p:nvGrpSpPr>
        <p:grpSpPr>
          <a:xfrm>
            <a:off x="118440" y="585360"/>
            <a:ext cx="8907120" cy="4466880"/>
            <a:chOff x="118440" y="585360"/>
            <a:chExt cx="8907120" cy="4466880"/>
          </a:xfrm>
        </p:grpSpPr>
        <p:sp>
          <p:nvSpPr>
            <p:cNvPr id="87" name="Google Shape;282;p31"/>
            <p:cNvSpPr/>
            <p:nvPr/>
          </p:nvSpPr>
          <p:spPr>
            <a:xfrm>
              <a:off x="118440" y="585360"/>
              <a:ext cx="5191920" cy="149112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88" name="Google Shape;283;p31"/>
            <p:cNvSpPr/>
            <p:nvPr/>
          </p:nvSpPr>
          <p:spPr>
            <a:xfrm rot="5400000">
              <a:off x="4471200" y="497880"/>
              <a:ext cx="201600" cy="890676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89" name="PlaceHolder 1"/>
          <p:cNvSpPr>
            <a:spLocks noGrp="1"/>
          </p:cNvSpPr>
          <p:nvPr>
            <p:ph type="title"/>
          </p:nvPr>
        </p:nvSpPr>
        <p:spPr>
          <a:xfrm>
            <a:off x="228600" y="600120"/>
            <a:ext cx="4723920" cy="1399680"/>
          </a:xfrm>
          <a:prstGeom prst="rect">
            <a:avLst/>
          </a:prstGeom>
          <a:noFill/>
          <a:ln w="0">
            <a:noFill/>
          </a:ln>
        </p:spPr>
        <p:txBody>
          <a:bodyPr lIns="91440" rIns="91440" tIns="91440" bIns="91440" anchor="b">
            <a:normAutofit/>
          </a:bodyPr>
          <a:p>
            <a:pPr indent="0">
              <a:lnSpc>
                <a:spcPct val="100000"/>
              </a:lnSpc>
              <a:buNone/>
              <a:tabLst>
                <a:tab algn="l" pos="0"/>
              </a:tabLst>
            </a:pPr>
            <a:r>
              <a:rPr b="1" lang="en-US" sz="2700" strike="noStrike" u="none">
                <a:solidFill>
                  <a:schemeClr val="dk1"/>
                </a:solidFill>
                <a:effectLst/>
                <a:uFillTx/>
                <a:latin typeface="Manrope"/>
                <a:ea typeface="Manrope"/>
              </a:rPr>
              <a:t>Implementation</a:t>
            </a:r>
            <a:endParaRPr b="0" lang="fr-FR" sz="2700" strike="noStrike" u="none">
              <a:solidFill>
                <a:schemeClr val="dk1"/>
              </a:solidFill>
              <a:effectLst/>
              <a:uFillTx/>
              <a:latin typeface="Arial"/>
            </a:endParaRPr>
          </a:p>
          <a:p>
            <a:pPr indent="0">
              <a:lnSpc>
                <a:spcPct val="100000"/>
              </a:lnSpc>
              <a:buNone/>
              <a:tabLst>
                <a:tab algn="l" pos="0"/>
              </a:tabLst>
            </a:pPr>
            <a:r>
              <a:rPr b="1" lang="en-US" sz="2700" strike="noStrike" u="none">
                <a:solidFill>
                  <a:schemeClr val="dk1"/>
                </a:solidFill>
                <a:effectLst/>
                <a:uFillTx/>
                <a:latin typeface="Manrope"/>
                <a:ea typeface="Manrope"/>
              </a:rPr>
              <a:t> Details</a:t>
            </a:r>
            <a:endParaRPr b="0" lang="fr-FR" sz="2700" strike="noStrike" u="none">
              <a:solidFill>
                <a:schemeClr val="dk1"/>
              </a:solidFill>
              <a:effectLst/>
              <a:uFillTx/>
              <a:latin typeface="Arial"/>
            </a:endParaRPr>
          </a:p>
        </p:txBody>
      </p:sp>
      <p:sp>
        <p:nvSpPr>
          <p:cNvPr id="90" name="PlaceHolder 2"/>
          <p:cNvSpPr>
            <a:spLocks noGrp="1"/>
          </p:cNvSpPr>
          <p:nvPr>
            <p:ph type="subTitle"/>
          </p:nvPr>
        </p:nvSpPr>
        <p:spPr>
          <a:xfrm>
            <a:off x="228600" y="2314080"/>
            <a:ext cx="4028760" cy="2095560"/>
          </a:xfrm>
          <a:prstGeom prst="rect">
            <a:avLst/>
          </a:prstGeom>
          <a:noFill/>
          <a:ln w="0">
            <a:noFill/>
          </a:ln>
        </p:spPr>
        <p:txBody>
          <a:bodyPr lIns="91440" rIns="91440" tIns="91440" bIns="91440" anchor="b">
            <a:spAutoFit/>
          </a:bodyPr>
          <a:p>
            <a:pPr indent="0" algn="ctr">
              <a:buNone/>
            </a:pPr>
            <a:endParaRPr b="0" lang="en-US" sz="1400" strike="noStrike" u="none">
              <a:solidFill>
                <a:schemeClr val="dk1"/>
              </a:solidFill>
              <a:effectLst/>
              <a:uFillTx/>
              <a:latin typeface="Funnel Sans"/>
              <a:ea typeface="Funnel Sans"/>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1" name="Google Shape;280;p31" descr=""/>
          <p:cNvPicPr/>
          <p:nvPr/>
        </p:nvPicPr>
        <p:blipFill>
          <a:blip r:embed="rId1"/>
          <a:srcRect l="13798" t="0" r="1556" b="0"/>
          <a:stretch/>
        </p:blipFill>
        <p:spPr>
          <a:xfrm>
            <a:off x="5659200" y="0"/>
            <a:ext cx="3484440" cy="5143320"/>
          </a:xfrm>
          <a:prstGeom prst="rect">
            <a:avLst/>
          </a:prstGeom>
          <a:noFill/>
          <a:ln w="0">
            <a:noFill/>
          </a:ln>
        </p:spPr>
      </p:pic>
      <p:grpSp>
        <p:nvGrpSpPr>
          <p:cNvPr id="92" name="Google Shape;281;p31"/>
          <p:cNvGrpSpPr/>
          <p:nvPr/>
        </p:nvGrpSpPr>
        <p:grpSpPr>
          <a:xfrm>
            <a:off x="118440" y="585360"/>
            <a:ext cx="8907120" cy="4466880"/>
            <a:chOff x="118440" y="585360"/>
            <a:chExt cx="8907120" cy="4466880"/>
          </a:xfrm>
        </p:grpSpPr>
        <p:sp>
          <p:nvSpPr>
            <p:cNvPr id="93" name="Google Shape;282;p31"/>
            <p:cNvSpPr/>
            <p:nvPr/>
          </p:nvSpPr>
          <p:spPr>
            <a:xfrm>
              <a:off x="118440" y="585360"/>
              <a:ext cx="5191920" cy="149112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4" name="Google Shape;283;p31"/>
            <p:cNvSpPr/>
            <p:nvPr/>
          </p:nvSpPr>
          <p:spPr>
            <a:xfrm rot="5400000">
              <a:off x="4471200" y="497880"/>
              <a:ext cx="201600" cy="890676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95" name="PlaceHolder 1"/>
          <p:cNvSpPr>
            <a:spLocks noGrp="1"/>
          </p:cNvSpPr>
          <p:nvPr>
            <p:ph type="title"/>
          </p:nvPr>
        </p:nvSpPr>
        <p:spPr>
          <a:xfrm>
            <a:off x="228600" y="600120"/>
            <a:ext cx="4723920" cy="1399680"/>
          </a:xfrm>
          <a:prstGeom prst="rect">
            <a:avLst/>
          </a:prstGeom>
          <a:noFill/>
          <a:ln w="0">
            <a:noFill/>
          </a:ln>
        </p:spPr>
        <p:txBody>
          <a:bodyPr lIns="91440" rIns="91440" tIns="91440" bIns="91440" anchor="b">
            <a:normAutofit/>
          </a:bodyPr>
          <a:p>
            <a:pPr indent="0">
              <a:lnSpc>
                <a:spcPct val="100000"/>
              </a:lnSpc>
              <a:buNone/>
              <a:tabLst>
                <a:tab algn="l" pos="0"/>
              </a:tabLst>
            </a:pPr>
            <a:r>
              <a:rPr b="1" lang="en-US" sz="2700" strike="noStrike" u="none">
                <a:solidFill>
                  <a:schemeClr val="dk1"/>
                </a:solidFill>
                <a:effectLst/>
                <a:uFillTx/>
                <a:latin typeface="Manrope"/>
                <a:ea typeface="Manrope"/>
              </a:rPr>
              <a:t>Frontend</a:t>
            </a:r>
            <a:endParaRPr b="0" lang="fr-FR" sz="2700" strike="noStrike" u="none">
              <a:solidFill>
                <a:schemeClr val="dk1"/>
              </a:solidFill>
              <a:effectLst/>
              <a:uFillTx/>
              <a:latin typeface="Arial"/>
            </a:endParaRPr>
          </a:p>
          <a:p>
            <a:pPr indent="0">
              <a:lnSpc>
                <a:spcPct val="100000"/>
              </a:lnSpc>
              <a:buNone/>
              <a:tabLst>
                <a:tab algn="l" pos="0"/>
              </a:tabLst>
            </a:pPr>
            <a:r>
              <a:rPr b="1" lang="en-US" sz="2700" strike="noStrike" u="none">
                <a:solidFill>
                  <a:schemeClr val="dk1"/>
                </a:solidFill>
                <a:effectLst/>
                <a:uFillTx/>
                <a:latin typeface="Manrope"/>
                <a:ea typeface="Manrope"/>
              </a:rPr>
              <a:t> Design</a:t>
            </a:r>
            <a:endParaRPr b="0" lang="fr-FR" sz="2700" strike="noStrike" u="none">
              <a:solidFill>
                <a:schemeClr val="dk1"/>
              </a:solidFill>
              <a:effectLst/>
              <a:uFillTx/>
              <a:latin typeface="Arial"/>
            </a:endParaRPr>
          </a:p>
        </p:txBody>
      </p:sp>
      <p:sp>
        <p:nvSpPr>
          <p:cNvPr id="96" name="PlaceHolder 2"/>
          <p:cNvSpPr>
            <a:spLocks noGrp="1"/>
          </p:cNvSpPr>
          <p:nvPr>
            <p:ph type="subTitle"/>
          </p:nvPr>
        </p:nvSpPr>
        <p:spPr>
          <a:xfrm>
            <a:off x="228600" y="2314440"/>
            <a:ext cx="4028760" cy="2095200"/>
          </a:xfrm>
          <a:prstGeom prst="rect">
            <a:avLst/>
          </a:prstGeom>
          <a:noFill/>
          <a:ln w="0">
            <a:noFill/>
          </a:ln>
        </p:spPr>
        <p:txBody>
          <a:bodyPr lIns="91440" rIns="91440" tIns="91440" bIns="91440" anchor="b">
            <a:normAutofit/>
          </a:bodyPr>
          <a:p>
            <a:pPr indent="0">
              <a:lnSpc>
                <a:spcPct val="120000"/>
              </a:lnSpc>
              <a:buNone/>
              <a:tabLst>
                <a:tab algn="l" pos="0"/>
              </a:tabLst>
            </a:pPr>
            <a:r>
              <a:rPr b="0" lang="en-US" sz="1200" strike="noStrike" u="none">
                <a:solidFill>
                  <a:schemeClr val="dk1"/>
                </a:solidFill>
                <a:effectLst/>
                <a:uFillTx/>
                <a:latin typeface="Funnel Sans"/>
                <a:ea typeface="Funnel Sans"/>
              </a:rPr>
              <a:t>The frontend is developed with a clean, intuitive interface to enhance user experience. It employs responsive design principles to ensure accessibility across devices. Features include easy navigation menus, real-time data display, and input forms optimized for quick attendance and results entry, supporting usability for all user roles.</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97" name="Google Shape;224;p28"/>
          <p:cNvGrpSpPr/>
          <p:nvPr/>
        </p:nvGrpSpPr>
        <p:grpSpPr>
          <a:xfrm>
            <a:off x="118440" y="1505520"/>
            <a:ext cx="8907120" cy="3546720"/>
            <a:chOff x="118440" y="1505520"/>
            <a:chExt cx="8907120" cy="3546720"/>
          </a:xfrm>
        </p:grpSpPr>
        <p:sp>
          <p:nvSpPr>
            <p:cNvPr id="98" name="Google Shape;225;p28"/>
            <p:cNvSpPr/>
            <p:nvPr/>
          </p:nvSpPr>
          <p:spPr>
            <a:xfrm>
              <a:off x="118440" y="1505520"/>
              <a:ext cx="8906760" cy="3157920"/>
            </a:xfrm>
            <a:prstGeom prst="roundRect">
              <a:avLst>
                <a:gd name="adj" fmla="val 5521"/>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9" name="Google Shape;226;p28"/>
            <p:cNvSpPr/>
            <p:nvPr/>
          </p:nvSpPr>
          <p:spPr>
            <a:xfrm rot="5400000">
              <a:off x="4471200" y="497880"/>
              <a:ext cx="201600" cy="890676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100" name="PlaceHolder 1"/>
          <p:cNvSpPr>
            <a:spLocks noGrp="1"/>
          </p:cNvSpPr>
          <p:nvPr>
            <p:ph type="title"/>
          </p:nvPr>
        </p:nvSpPr>
        <p:spPr>
          <a:xfrm>
            <a:off x="723960" y="457200"/>
            <a:ext cx="7705440" cy="571320"/>
          </a:xfrm>
          <a:prstGeom prst="rect">
            <a:avLst/>
          </a:prstGeom>
          <a:noFill/>
          <a:ln w="0">
            <a:noFill/>
          </a:ln>
        </p:spPr>
        <p:txBody>
          <a:bodyPr lIns="91440" rIns="91440" tIns="91440" bIns="91440" anchor="t">
            <a:normAutofit lnSpcReduction="9999"/>
          </a:bodyPr>
          <a:p>
            <a:pPr indent="0" algn="ctr">
              <a:lnSpc>
                <a:spcPct val="100000"/>
              </a:lnSpc>
              <a:buNone/>
              <a:tabLst>
                <a:tab algn="l" pos="0"/>
              </a:tabLst>
            </a:pPr>
            <a:r>
              <a:rPr b="1" lang="en-US" sz="2700" strike="noStrike" u="none">
                <a:solidFill>
                  <a:schemeClr val="dk1"/>
                </a:solidFill>
                <a:effectLst/>
                <a:uFillTx/>
                <a:latin typeface="Manrope"/>
                <a:ea typeface="Manrope"/>
              </a:rPr>
              <a:t>Backend Structure</a:t>
            </a:r>
            <a:endParaRPr b="0" lang="fr-FR" sz="2700" strike="noStrike" u="none">
              <a:solidFill>
                <a:schemeClr val="dk1"/>
              </a:solidFill>
              <a:effectLst/>
              <a:uFillTx/>
              <a:latin typeface="Arial"/>
            </a:endParaRPr>
          </a:p>
        </p:txBody>
      </p:sp>
      <p:sp>
        <p:nvSpPr>
          <p:cNvPr id="101" name="PlaceHolder 2"/>
          <p:cNvSpPr>
            <a:spLocks noGrp="1"/>
          </p:cNvSpPr>
          <p:nvPr>
            <p:ph type="subTitle"/>
          </p:nvPr>
        </p:nvSpPr>
        <p:spPr>
          <a:xfrm>
            <a:off x="695160" y="1809720"/>
            <a:ext cx="7762680" cy="2619000"/>
          </a:xfrm>
          <a:prstGeom prst="rect">
            <a:avLst/>
          </a:prstGeom>
          <a:noFill/>
          <a:ln w="0">
            <a:noFill/>
          </a:ln>
        </p:spPr>
        <p:txBody>
          <a:bodyPr lIns="91440" rIns="91440" tIns="91440" bIns="91440" anchor="t">
            <a:normAutofit/>
          </a:bodyPr>
          <a:p>
            <a:pPr indent="0">
              <a:lnSpc>
                <a:spcPct val="120000"/>
              </a:lnSpc>
              <a:buNone/>
              <a:tabLst>
                <a:tab algn="l" pos="0"/>
              </a:tabLst>
            </a:pPr>
            <a:r>
              <a:rPr b="0" lang="en-US" sz="1200" strike="noStrike" u="none">
                <a:solidFill>
                  <a:schemeClr val="dk1"/>
                </a:solidFill>
                <a:effectLst/>
                <a:uFillTx/>
                <a:latin typeface="Funnel Sans"/>
                <a:ea typeface="Funnel Sans"/>
              </a:rPr>
              <a:t>The backend is built on a robust framework with a layered architecture. It handles business logic, data processing, and security. The system supports RESTful APIs for communication between frontend and backend, ensuring scalable and maintainable code. Exception handling and authentication are key components of the backend design.</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02" name="Google Shape;224;p28"/>
          <p:cNvGrpSpPr/>
          <p:nvPr/>
        </p:nvGrpSpPr>
        <p:grpSpPr>
          <a:xfrm>
            <a:off x="118440" y="1505520"/>
            <a:ext cx="8907120" cy="3546720"/>
            <a:chOff x="118440" y="1505520"/>
            <a:chExt cx="8907120" cy="3546720"/>
          </a:xfrm>
        </p:grpSpPr>
        <p:sp>
          <p:nvSpPr>
            <p:cNvPr id="103" name="Google Shape;225;p28"/>
            <p:cNvSpPr/>
            <p:nvPr/>
          </p:nvSpPr>
          <p:spPr>
            <a:xfrm>
              <a:off x="118440" y="1505520"/>
              <a:ext cx="8906760" cy="3157920"/>
            </a:xfrm>
            <a:prstGeom prst="roundRect">
              <a:avLst>
                <a:gd name="adj" fmla="val 5521"/>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04" name="Google Shape;226;p28"/>
            <p:cNvSpPr/>
            <p:nvPr/>
          </p:nvSpPr>
          <p:spPr>
            <a:xfrm rot="5400000">
              <a:off x="4471200" y="497880"/>
              <a:ext cx="201600" cy="890676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105" name="PlaceHolder 1"/>
          <p:cNvSpPr>
            <a:spLocks noGrp="1"/>
          </p:cNvSpPr>
          <p:nvPr>
            <p:ph type="title"/>
          </p:nvPr>
        </p:nvSpPr>
        <p:spPr>
          <a:xfrm>
            <a:off x="723960" y="457200"/>
            <a:ext cx="7705440" cy="571320"/>
          </a:xfrm>
          <a:prstGeom prst="rect">
            <a:avLst/>
          </a:prstGeom>
          <a:noFill/>
          <a:ln w="0">
            <a:noFill/>
          </a:ln>
        </p:spPr>
        <p:txBody>
          <a:bodyPr lIns="91440" rIns="91440" tIns="91440" bIns="91440" anchor="t">
            <a:normAutofit lnSpcReduction="9999"/>
          </a:bodyPr>
          <a:p>
            <a:pPr indent="0" algn="ctr">
              <a:lnSpc>
                <a:spcPct val="100000"/>
              </a:lnSpc>
              <a:buNone/>
              <a:tabLst>
                <a:tab algn="l" pos="0"/>
              </a:tabLst>
            </a:pPr>
            <a:r>
              <a:rPr b="1" lang="en-US" sz="2700" strike="noStrike" u="none">
                <a:solidFill>
                  <a:schemeClr val="dk1"/>
                </a:solidFill>
                <a:effectLst/>
                <a:uFillTx/>
                <a:latin typeface="Manrope"/>
                <a:ea typeface="Manrope"/>
              </a:rPr>
              <a:t>Database Integration</a:t>
            </a:r>
            <a:endParaRPr b="0" lang="fr-FR" sz="2700" strike="noStrike" u="none">
              <a:solidFill>
                <a:schemeClr val="dk1"/>
              </a:solidFill>
              <a:effectLst/>
              <a:uFillTx/>
              <a:latin typeface="Arial"/>
            </a:endParaRPr>
          </a:p>
        </p:txBody>
      </p:sp>
      <p:sp>
        <p:nvSpPr>
          <p:cNvPr id="106" name="PlaceHolder 2"/>
          <p:cNvSpPr>
            <a:spLocks noGrp="1"/>
          </p:cNvSpPr>
          <p:nvPr>
            <p:ph type="subTitle"/>
          </p:nvPr>
        </p:nvSpPr>
        <p:spPr>
          <a:xfrm>
            <a:off x="695160" y="1809720"/>
            <a:ext cx="7762680" cy="2619000"/>
          </a:xfrm>
          <a:prstGeom prst="rect">
            <a:avLst/>
          </a:prstGeom>
          <a:noFill/>
          <a:ln w="0">
            <a:noFill/>
          </a:ln>
        </p:spPr>
        <p:txBody>
          <a:bodyPr lIns="91440" rIns="91440" tIns="91440" bIns="91440" anchor="t">
            <a:normAutofit/>
          </a:bodyPr>
          <a:p>
            <a:pPr indent="0">
              <a:lnSpc>
                <a:spcPct val="120000"/>
              </a:lnSpc>
              <a:buNone/>
              <a:tabLst>
                <a:tab algn="l" pos="0"/>
              </a:tabLst>
            </a:pPr>
            <a:r>
              <a:rPr b="0" lang="en-US" sz="1200" strike="noStrike" u="none">
                <a:solidFill>
                  <a:schemeClr val="dk1"/>
                </a:solidFill>
                <a:effectLst/>
                <a:uFillTx/>
                <a:latin typeface="Funnel Sans"/>
                <a:ea typeface="Funnel Sans"/>
              </a:rPr>
              <a:t>A relational database stores attendance records, student details, and exam results. It supports efficient querying and reporting, with data integrity ensured through constraints and validation rules. The database schema is normalized to reduce redundancy and improve performance. Backup and recovery strategies maintain data reliability.</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07" name="Google Shape;224;p28"/>
          <p:cNvGrpSpPr/>
          <p:nvPr/>
        </p:nvGrpSpPr>
        <p:grpSpPr>
          <a:xfrm>
            <a:off x="118440" y="1505520"/>
            <a:ext cx="8907120" cy="3546720"/>
            <a:chOff x="118440" y="1505520"/>
            <a:chExt cx="8907120" cy="3546720"/>
          </a:xfrm>
        </p:grpSpPr>
        <p:sp>
          <p:nvSpPr>
            <p:cNvPr id="108" name="Google Shape;225;p28"/>
            <p:cNvSpPr/>
            <p:nvPr/>
          </p:nvSpPr>
          <p:spPr>
            <a:xfrm>
              <a:off x="118440" y="1505520"/>
              <a:ext cx="8906760" cy="3157920"/>
            </a:xfrm>
            <a:prstGeom prst="roundRect">
              <a:avLst>
                <a:gd name="adj" fmla="val 5521"/>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09" name="Google Shape;226;p28"/>
            <p:cNvSpPr/>
            <p:nvPr/>
          </p:nvSpPr>
          <p:spPr>
            <a:xfrm rot="5400000">
              <a:off x="4471200" y="497880"/>
              <a:ext cx="201600" cy="890676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110" name="PlaceHolder 1"/>
          <p:cNvSpPr>
            <a:spLocks noGrp="1"/>
          </p:cNvSpPr>
          <p:nvPr>
            <p:ph type="title"/>
          </p:nvPr>
        </p:nvSpPr>
        <p:spPr>
          <a:xfrm>
            <a:off x="723960" y="457200"/>
            <a:ext cx="7705440" cy="571320"/>
          </a:xfrm>
          <a:prstGeom prst="rect">
            <a:avLst/>
          </a:prstGeom>
          <a:noFill/>
          <a:ln w="0">
            <a:noFill/>
          </a:ln>
        </p:spPr>
        <p:txBody>
          <a:bodyPr lIns="91440" rIns="91440" tIns="91440" bIns="91440" anchor="t">
            <a:normAutofit lnSpcReduction="9999"/>
          </a:bodyPr>
          <a:p>
            <a:pPr indent="0" algn="ctr">
              <a:lnSpc>
                <a:spcPct val="100000"/>
              </a:lnSpc>
              <a:buNone/>
              <a:tabLst>
                <a:tab algn="l" pos="0"/>
              </a:tabLst>
            </a:pPr>
            <a:r>
              <a:rPr b="1" lang="en-US" sz="2700" strike="noStrike" u="none">
                <a:solidFill>
                  <a:schemeClr val="dk1"/>
                </a:solidFill>
                <a:effectLst/>
                <a:uFillTx/>
                <a:latin typeface="Manrope"/>
                <a:ea typeface="Manrope"/>
              </a:rPr>
              <a:t>Conclusions</a:t>
            </a:r>
            <a:endParaRPr b="0" lang="fr-FR" sz="2700" strike="noStrike" u="none">
              <a:solidFill>
                <a:schemeClr val="dk1"/>
              </a:solidFill>
              <a:effectLst/>
              <a:uFillTx/>
              <a:latin typeface="Arial"/>
            </a:endParaRPr>
          </a:p>
        </p:txBody>
      </p:sp>
      <p:sp>
        <p:nvSpPr>
          <p:cNvPr id="111" name="PlaceHolder 2"/>
          <p:cNvSpPr>
            <a:spLocks noGrp="1"/>
          </p:cNvSpPr>
          <p:nvPr>
            <p:ph type="subTitle"/>
          </p:nvPr>
        </p:nvSpPr>
        <p:spPr>
          <a:xfrm>
            <a:off x="695160" y="1809720"/>
            <a:ext cx="7762680" cy="2619000"/>
          </a:xfrm>
          <a:prstGeom prst="rect">
            <a:avLst/>
          </a:prstGeom>
          <a:noFill/>
          <a:ln w="0">
            <a:noFill/>
          </a:ln>
        </p:spPr>
        <p:txBody>
          <a:bodyPr lIns="91440" rIns="91440" tIns="91440" bIns="91440" anchor="t">
            <a:normAutofit/>
          </a:bodyPr>
          <a:p>
            <a:pPr indent="0">
              <a:lnSpc>
                <a:spcPct val="120000"/>
              </a:lnSpc>
              <a:buNone/>
              <a:tabLst>
                <a:tab algn="l" pos="0"/>
              </a:tabLst>
            </a:pPr>
            <a:r>
              <a:rPr b="0" lang="en-US" sz="1200" strike="noStrike" u="none">
                <a:solidFill>
                  <a:schemeClr val="dk1"/>
                </a:solidFill>
                <a:effectLst/>
                <a:uFillTx/>
                <a:latin typeface="Funnel Sans"/>
                <a:ea typeface="Funnel Sans"/>
              </a:rPr>
              <a:t>The Student Attendance and Result Management System offers a comprehensive and secure solution for academic data administration. Its thoughtful design improves operational efficiency, enhances data accuracy, and supports better decision-making. Implementing this system will lead to streamlined processes and a more transparent learning environment for all stakeholders.</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type="title"/>
          </p:nvPr>
        </p:nvSpPr>
        <p:spPr>
          <a:xfrm>
            <a:off x="2352600" y="777960"/>
            <a:ext cx="4447800" cy="869400"/>
          </a:xfrm>
          <a:prstGeom prst="rect">
            <a:avLst/>
          </a:prstGeom>
          <a:noFill/>
          <a:ln w="0">
            <a:noFill/>
          </a:ln>
        </p:spPr>
        <p:txBody>
          <a:bodyPr lIns="91440" rIns="91440" tIns="91440" bIns="91440" anchor="b">
            <a:spAutoFit/>
          </a:bodyPr>
          <a:p>
            <a:pPr indent="0" algn="ctr">
              <a:lnSpc>
                <a:spcPct val="100000"/>
              </a:lnSpc>
              <a:buNone/>
              <a:tabLst>
                <a:tab algn="l" pos="0"/>
              </a:tabLst>
            </a:pPr>
            <a:r>
              <a:rPr b="1" lang="en" sz="4500" strike="noStrike" u="none">
                <a:solidFill>
                  <a:schemeClr val="dk1"/>
                </a:solidFill>
                <a:effectLst/>
                <a:uFillTx/>
                <a:latin typeface="Manrope"/>
                <a:ea typeface="Manrope"/>
              </a:rPr>
              <a:t>THANKS!</a:t>
            </a:r>
            <a:endParaRPr b="0" lang="fr-FR" sz="4500" strike="noStrike" u="none">
              <a:solidFill>
                <a:schemeClr val="dk1"/>
              </a:solidFill>
              <a:effectLst/>
              <a:uFillTx/>
              <a:latin typeface="Arial"/>
            </a:endParaRPr>
          </a:p>
        </p:txBody>
      </p:sp>
      <p:sp>
        <p:nvSpPr>
          <p:cNvPr id="113" name="PlaceHolder 2"/>
          <p:cNvSpPr>
            <a:spLocks noGrp="1"/>
          </p:cNvSpPr>
          <p:nvPr>
            <p:ph type="subTitle"/>
          </p:nvPr>
        </p:nvSpPr>
        <p:spPr>
          <a:xfrm>
            <a:off x="2343240" y="1552680"/>
            <a:ext cx="4447800" cy="1105200"/>
          </a:xfrm>
          <a:prstGeom prst="rect">
            <a:avLst/>
          </a:prstGeom>
          <a:noFill/>
          <a:ln w="0">
            <a:noFill/>
          </a:ln>
        </p:spPr>
        <p:txBody>
          <a:bodyPr lIns="91440" rIns="91440" tIns="91440" bIns="91440" anchor="t">
            <a:spAutoFit/>
          </a:bodyPr>
          <a:p>
            <a:pPr indent="0" algn="ctr">
              <a:lnSpc>
                <a:spcPct val="100000"/>
              </a:lnSpc>
              <a:buNone/>
              <a:tabLst>
                <a:tab algn="l" pos="0"/>
              </a:tabLst>
            </a:pPr>
            <a:r>
              <a:rPr b="1" lang="en" sz="1400" strike="noStrike" u="none">
                <a:solidFill>
                  <a:schemeClr val="dk1"/>
                </a:solidFill>
                <a:effectLst/>
                <a:uFillTx/>
                <a:latin typeface="Funnel Sans"/>
                <a:ea typeface="Funnel Sans"/>
              </a:rPr>
              <a:t>Do you have any questions?</a:t>
            </a:r>
            <a:endParaRPr b="0" lang="en-US" sz="1400" strike="noStrike" u="none">
              <a:solidFill>
                <a:srgbClr val="ffffff"/>
              </a:solidFill>
              <a:effectLst/>
              <a:uFillTx/>
              <a:latin typeface="OpenSymbol"/>
            </a:endParaRPr>
          </a:p>
          <a:p>
            <a:pPr indent="0" algn="ctr">
              <a:lnSpc>
                <a:spcPct val="100000"/>
              </a:lnSpc>
              <a:buNone/>
              <a:tabLst>
                <a:tab algn="l" pos="0"/>
              </a:tabLst>
            </a:pPr>
            <a:r>
              <a:rPr b="0" lang="en" sz="1400" strike="noStrike" u="none">
                <a:solidFill>
                  <a:schemeClr val="dk1"/>
                </a:solidFill>
                <a:effectLst/>
                <a:uFillTx/>
                <a:latin typeface="Funnel Sans"/>
                <a:ea typeface="Funnel Sans"/>
              </a:rPr>
              <a:t>youremail@freepik.com</a:t>
            </a:r>
            <a:endParaRPr b="0" lang="en-US" sz="1400" strike="noStrike" u="none">
              <a:solidFill>
                <a:srgbClr val="ffffff"/>
              </a:solidFill>
              <a:effectLst/>
              <a:uFillTx/>
              <a:latin typeface="OpenSymbol"/>
            </a:endParaRPr>
          </a:p>
          <a:p>
            <a:pPr indent="0" algn="ctr">
              <a:lnSpc>
                <a:spcPct val="100000"/>
              </a:lnSpc>
              <a:buNone/>
              <a:tabLst>
                <a:tab algn="l" pos="0"/>
              </a:tabLst>
            </a:pPr>
            <a:r>
              <a:rPr b="0" lang="en" sz="1400" strike="noStrike" u="none">
                <a:solidFill>
                  <a:schemeClr val="dk1"/>
                </a:solidFill>
                <a:effectLst/>
                <a:uFillTx/>
                <a:latin typeface="Funnel Sans"/>
                <a:ea typeface="Funnel Sans"/>
              </a:rPr>
              <a:t>+00 000 000 000</a:t>
            </a:r>
            <a:endParaRPr b="0" lang="en-US" sz="1400" strike="noStrike" u="none">
              <a:solidFill>
                <a:srgbClr val="ffffff"/>
              </a:solidFill>
              <a:effectLst/>
              <a:uFillTx/>
              <a:latin typeface="OpenSymbol"/>
            </a:endParaRPr>
          </a:p>
          <a:p>
            <a:pPr indent="0" algn="ctr">
              <a:lnSpc>
                <a:spcPct val="100000"/>
              </a:lnSpc>
              <a:buNone/>
              <a:tabLst>
                <a:tab algn="l" pos="0"/>
              </a:tabLst>
            </a:pPr>
            <a:r>
              <a:rPr b="0" lang="en" sz="1400" strike="noStrike" u="none">
                <a:solidFill>
                  <a:schemeClr val="dk1"/>
                </a:solidFill>
                <a:effectLst/>
                <a:uFillTx/>
                <a:latin typeface="Funnel Sans"/>
                <a:ea typeface="Funnel Sans"/>
              </a:rPr>
              <a:t>yourwebsite.com</a:t>
            </a:r>
            <a:endParaRPr b="0" lang="en-US" sz="1400" strike="noStrike" u="none">
              <a:solidFill>
                <a:srgbClr val="ffffff"/>
              </a:solidFill>
              <a:effectLst/>
              <a:uFillTx/>
              <a:latin typeface="OpenSymbol"/>
            </a:endParaRPr>
          </a:p>
        </p:txBody>
      </p:sp>
      <p:sp>
        <p:nvSpPr>
          <p:cNvPr id="114" name="Google Shape;373;p37"/>
          <p:cNvSpPr/>
          <p:nvPr/>
        </p:nvSpPr>
        <p:spPr>
          <a:xfrm>
            <a:off x="2352600" y="4334040"/>
            <a:ext cx="4447800" cy="25668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tabLst>
                <a:tab algn="l" pos="0"/>
              </a:tabLst>
            </a:pPr>
            <a:r>
              <a:rPr b="0" lang="en" sz="1200" strike="noStrike" u="none">
                <a:solidFill>
                  <a:schemeClr val="dk1"/>
                </a:solidFill>
                <a:effectLst/>
                <a:uFillTx/>
                <a:latin typeface="Arial"/>
              </a:rPr>
              <a:t>Please keep this slide for attribution</a:t>
            </a:r>
            <a:endParaRPr b="0" lang="en-US" sz="1200" strike="noStrike" u="none">
              <a:solidFill>
                <a:srgbClr val="ffffff"/>
              </a:solidFill>
              <a:effectLst/>
              <a:uFillTx/>
              <a:latin typeface="OpenSymbol"/>
            </a:endParaRPr>
          </a:p>
        </p:txBody>
      </p:sp>
      <p:sp>
        <p:nvSpPr>
          <p:cNvPr id="115" name="Google Shape;374;p37"/>
          <p:cNvSpPr/>
          <p:nvPr/>
        </p:nvSpPr>
        <p:spPr>
          <a:xfrm>
            <a:off x="3531240" y="2915280"/>
            <a:ext cx="345240" cy="345600"/>
          </a:xfrm>
          <a:custGeom>
            <a:avLst/>
            <a:gdLst>
              <a:gd name="textAreaLeft" fmla="*/ 0 w 345240"/>
              <a:gd name="textAreaRight" fmla="*/ 345600 w 345240"/>
              <a:gd name="textAreaTop" fmla="*/ 0 h 345600"/>
              <a:gd name="textAreaBottom" fmla="*/ 345960 h 345600"/>
            </a:gdLst>
            <a:ahLst/>
            <a:cxnLst/>
            <a:rect l="textAreaLeft" t="textAreaTop" r="textAreaRight" b="textAreaBottom"/>
            <a:pathLst>
              <a:path w="10860" h="10872">
                <a:moveTo>
                  <a:pt x="5430" y="1"/>
                </a:moveTo>
                <a:cubicBezTo>
                  <a:pt x="3990" y="1"/>
                  <a:pt x="2608" y="560"/>
                  <a:pt x="1596" y="1584"/>
                </a:cubicBezTo>
                <a:cubicBezTo>
                  <a:pt x="561" y="2620"/>
                  <a:pt x="1" y="3989"/>
                  <a:pt x="1" y="5430"/>
                </a:cubicBezTo>
                <a:cubicBezTo>
                  <a:pt x="1" y="6561"/>
                  <a:pt x="346" y="7645"/>
                  <a:pt x="1001" y="8573"/>
                </a:cubicBezTo>
                <a:cubicBezTo>
                  <a:pt x="1632" y="9466"/>
                  <a:pt x="2513" y="10145"/>
                  <a:pt x="3537" y="10538"/>
                </a:cubicBezTo>
                <a:cubicBezTo>
                  <a:pt x="3559" y="10544"/>
                  <a:pt x="3579" y="10547"/>
                  <a:pt x="3599" y="10547"/>
                </a:cubicBezTo>
                <a:cubicBezTo>
                  <a:pt x="3656" y="10547"/>
                  <a:pt x="3704" y="10522"/>
                  <a:pt x="3740" y="10478"/>
                </a:cubicBezTo>
                <a:cubicBezTo>
                  <a:pt x="3763" y="10443"/>
                  <a:pt x="3763" y="10395"/>
                  <a:pt x="3763" y="10371"/>
                </a:cubicBezTo>
                <a:lnTo>
                  <a:pt x="3763" y="7275"/>
                </a:lnTo>
                <a:cubicBezTo>
                  <a:pt x="3763" y="7180"/>
                  <a:pt x="3692" y="7097"/>
                  <a:pt x="3585" y="7097"/>
                </a:cubicBezTo>
                <a:lnTo>
                  <a:pt x="2156" y="7097"/>
                </a:lnTo>
                <a:lnTo>
                  <a:pt x="2156" y="5835"/>
                </a:lnTo>
                <a:lnTo>
                  <a:pt x="3585" y="5835"/>
                </a:lnTo>
                <a:cubicBezTo>
                  <a:pt x="3680" y="5835"/>
                  <a:pt x="3763" y="5751"/>
                  <a:pt x="3763" y="5656"/>
                </a:cubicBezTo>
                <a:lnTo>
                  <a:pt x="3763" y="5430"/>
                </a:lnTo>
                <a:cubicBezTo>
                  <a:pt x="3763" y="3942"/>
                  <a:pt x="5180" y="2632"/>
                  <a:pt x="6799" y="2632"/>
                </a:cubicBezTo>
                <a:lnTo>
                  <a:pt x="7550" y="2632"/>
                </a:lnTo>
                <a:lnTo>
                  <a:pt x="7550" y="3894"/>
                </a:lnTo>
                <a:lnTo>
                  <a:pt x="6799" y="3894"/>
                </a:lnTo>
                <a:cubicBezTo>
                  <a:pt x="6311" y="3894"/>
                  <a:pt x="5883" y="4025"/>
                  <a:pt x="5561" y="4287"/>
                </a:cubicBezTo>
                <a:cubicBezTo>
                  <a:pt x="5228" y="4561"/>
                  <a:pt x="5025" y="4966"/>
                  <a:pt x="5025" y="5430"/>
                </a:cubicBezTo>
                <a:lnTo>
                  <a:pt x="5025" y="5656"/>
                </a:lnTo>
                <a:cubicBezTo>
                  <a:pt x="5025" y="5740"/>
                  <a:pt x="5109" y="5835"/>
                  <a:pt x="5204" y="5835"/>
                </a:cubicBezTo>
                <a:lnTo>
                  <a:pt x="5883" y="5835"/>
                </a:lnTo>
                <a:cubicBezTo>
                  <a:pt x="5966" y="5835"/>
                  <a:pt x="6061" y="5751"/>
                  <a:pt x="6061" y="5656"/>
                </a:cubicBezTo>
                <a:cubicBezTo>
                  <a:pt x="6061" y="5561"/>
                  <a:pt x="5978" y="5478"/>
                  <a:pt x="5883" y="5478"/>
                </a:cubicBezTo>
                <a:lnTo>
                  <a:pt x="5371" y="5478"/>
                </a:lnTo>
                <a:lnTo>
                  <a:pt x="5371" y="5418"/>
                </a:lnTo>
                <a:cubicBezTo>
                  <a:pt x="5371" y="4525"/>
                  <a:pt x="6145" y="4204"/>
                  <a:pt x="6799" y="4204"/>
                </a:cubicBezTo>
                <a:lnTo>
                  <a:pt x="7704" y="4204"/>
                </a:lnTo>
                <a:cubicBezTo>
                  <a:pt x="7800" y="4204"/>
                  <a:pt x="7883" y="4132"/>
                  <a:pt x="7883" y="4025"/>
                </a:cubicBezTo>
                <a:lnTo>
                  <a:pt x="7883" y="2418"/>
                </a:lnTo>
                <a:cubicBezTo>
                  <a:pt x="7883" y="2334"/>
                  <a:pt x="7811" y="2239"/>
                  <a:pt x="7704" y="2239"/>
                </a:cubicBezTo>
                <a:lnTo>
                  <a:pt x="6799" y="2239"/>
                </a:lnTo>
                <a:cubicBezTo>
                  <a:pt x="5966" y="2239"/>
                  <a:pt x="5121" y="2572"/>
                  <a:pt x="4466" y="3156"/>
                </a:cubicBezTo>
                <a:cubicBezTo>
                  <a:pt x="3799" y="3763"/>
                  <a:pt x="3418" y="4549"/>
                  <a:pt x="3418" y="5382"/>
                </a:cubicBezTo>
                <a:lnTo>
                  <a:pt x="3418" y="5442"/>
                </a:lnTo>
                <a:lnTo>
                  <a:pt x="1989" y="5442"/>
                </a:lnTo>
                <a:cubicBezTo>
                  <a:pt x="1906" y="5442"/>
                  <a:pt x="1811" y="5513"/>
                  <a:pt x="1811" y="5620"/>
                </a:cubicBezTo>
                <a:lnTo>
                  <a:pt x="1811" y="7228"/>
                </a:lnTo>
                <a:cubicBezTo>
                  <a:pt x="1811" y="7323"/>
                  <a:pt x="1894" y="7406"/>
                  <a:pt x="1989" y="7406"/>
                </a:cubicBezTo>
                <a:lnTo>
                  <a:pt x="3418" y="7406"/>
                </a:lnTo>
                <a:lnTo>
                  <a:pt x="3418" y="10085"/>
                </a:lnTo>
                <a:cubicBezTo>
                  <a:pt x="1561" y="9300"/>
                  <a:pt x="346" y="7442"/>
                  <a:pt x="346" y="5418"/>
                </a:cubicBezTo>
                <a:cubicBezTo>
                  <a:pt x="346" y="2596"/>
                  <a:pt x="2620" y="322"/>
                  <a:pt x="5430" y="322"/>
                </a:cubicBezTo>
                <a:cubicBezTo>
                  <a:pt x="8228" y="322"/>
                  <a:pt x="10526" y="2620"/>
                  <a:pt x="10526" y="5418"/>
                </a:cubicBezTo>
                <a:cubicBezTo>
                  <a:pt x="10526" y="8228"/>
                  <a:pt x="8240" y="10502"/>
                  <a:pt x="5430" y="10502"/>
                </a:cubicBezTo>
                <a:lnTo>
                  <a:pt x="5371" y="10502"/>
                </a:lnTo>
                <a:lnTo>
                  <a:pt x="5371" y="7418"/>
                </a:lnTo>
                <a:lnTo>
                  <a:pt x="7728" y="7418"/>
                </a:lnTo>
                <a:cubicBezTo>
                  <a:pt x="7811" y="7418"/>
                  <a:pt x="7907" y="7347"/>
                  <a:pt x="7907" y="7240"/>
                </a:cubicBezTo>
                <a:lnTo>
                  <a:pt x="7907" y="5656"/>
                </a:lnTo>
                <a:cubicBezTo>
                  <a:pt x="7907" y="5561"/>
                  <a:pt x="7823" y="5478"/>
                  <a:pt x="7728" y="5478"/>
                </a:cubicBezTo>
                <a:lnTo>
                  <a:pt x="6728" y="5478"/>
                </a:lnTo>
                <a:cubicBezTo>
                  <a:pt x="6633" y="5478"/>
                  <a:pt x="6549" y="5549"/>
                  <a:pt x="6549" y="5656"/>
                </a:cubicBezTo>
                <a:cubicBezTo>
                  <a:pt x="6549" y="5740"/>
                  <a:pt x="6621" y="5835"/>
                  <a:pt x="6728" y="5835"/>
                </a:cubicBezTo>
                <a:lnTo>
                  <a:pt x="7561" y="5835"/>
                </a:lnTo>
                <a:lnTo>
                  <a:pt x="7561" y="7097"/>
                </a:lnTo>
                <a:lnTo>
                  <a:pt x="5204" y="7097"/>
                </a:lnTo>
                <a:cubicBezTo>
                  <a:pt x="5121" y="7097"/>
                  <a:pt x="5025" y="7168"/>
                  <a:pt x="5025" y="7275"/>
                </a:cubicBezTo>
                <a:lnTo>
                  <a:pt x="5025" y="10693"/>
                </a:lnTo>
                <a:cubicBezTo>
                  <a:pt x="5025" y="10788"/>
                  <a:pt x="5109" y="10859"/>
                  <a:pt x="5192" y="10871"/>
                </a:cubicBezTo>
                <a:lnTo>
                  <a:pt x="5430" y="10871"/>
                </a:lnTo>
                <a:cubicBezTo>
                  <a:pt x="6871" y="10871"/>
                  <a:pt x="8240" y="10312"/>
                  <a:pt x="9276" y="9288"/>
                </a:cubicBezTo>
                <a:cubicBezTo>
                  <a:pt x="10300" y="8252"/>
                  <a:pt x="10859" y="6883"/>
                  <a:pt x="10859" y="5442"/>
                </a:cubicBezTo>
                <a:cubicBezTo>
                  <a:pt x="10859" y="3989"/>
                  <a:pt x="10300" y="2620"/>
                  <a:pt x="9276" y="1584"/>
                </a:cubicBezTo>
                <a:cubicBezTo>
                  <a:pt x="8240" y="560"/>
                  <a:pt x="6871" y="1"/>
                  <a:pt x="5430" y="1"/>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116" name="Google Shape;375;p37"/>
          <p:cNvGrpSpPr/>
          <p:nvPr/>
        </p:nvGrpSpPr>
        <p:grpSpPr>
          <a:xfrm>
            <a:off x="4398840" y="2915640"/>
            <a:ext cx="345600" cy="345240"/>
            <a:chOff x="4398840" y="2915640"/>
            <a:chExt cx="345600" cy="345240"/>
          </a:xfrm>
        </p:grpSpPr>
        <p:sp>
          <p:nvSpPr>
            <p:cNvPr id="117" name="Google Shape;376;p37"/>
            <p:cNvSpPr/>
            <p:nvPr/>
          </p:nvSpPr>
          <p:spPr>
            <a:xfrm>
              <a:off x="4398840" y="2915640"/>
              <a:ext cx="345600" cy="345240"/>
            </a:xfrm>
            <a:custGeom>
              <a:avLst/>
              <a:gdLst>
                <a:gd name="textAreaLeft" fmla="*/ 0 w 345600"/>
                <a:gd name="textAreaRight" fmla="*/ 345960 w 345600"/>
                <a:gd name="textAreaTop" fmla="*/ 0 h 345240"/>
                <a:gd name="textAreaBottom" fmla="*/ 345600 h 345240"/>
              </a:gdLst>
              <a:ahLst/>
              <a:cxnLst/>
              <a:rect l="textAreaLeft" t="textAreaTop" r="textAreaRight" b="textAreaBottom"/>
              <a:pathLst>
                <a:path w="10872" h="1086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8" name="Google Shape;377;p37"/>
            <p:cNvSpPr/>
            <p:nvPr/>
          </p:nvSpPr>
          <p:spPr>
            <a:xfrm>
              <a:off x="4463640" y="2980800"/>
              <a:ext cx="214920" cy="214920"/>
            </a:xfrm>
            <a:custGeom>
              <a:avLst/>
              <a:gdLst>
                <a:gd name="textAreaLeft" fmla="*/ 0 w 214920"/>
                <a:gd name="textAreaRight" fmla="*/ 215280 w 214920"/>
                <a:gd name="textAreaTop" fmla="*/ 0 h 214920"/>
                <a:gd name="textAreaBottom" fmla="*/ 215280 h 214920"/>
              </a:gdLst>
              <a:ahLst/>
              <a:cxnLst/>
              <a:rect l="textAreaLeft" t="textAreaTop" r="textAreaRight" b="textAreaBottom"/>
              <a:pathLst>
                <a:path w="6764" h="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9" name="Google Shape;378;p37"/>
            <p:cNvSpPr/>
            <p:nvPr/>
          </p:nvSpPr>
          <p:spPr>
            <a:xfrm>
              <a:off x="4513680" y="3031920"/>
              <a:ext cx="114480" cy="112320"/>
            </a:xfrm>
            <a:custGeom>
              <a:avLst/>
              <a:gdLst>
                <a:gd name="textAreaLeft" fmla="*/ 0 w 114480"/>
                <a:gd name="textAreaRight" fmla="*/ 114840 w 114480"/>
                <a:gd name="textAreaTop" fmla="*/ 0 h 112320"/>
                <a:gd name="textAreaBottom" fmla="*/ 112680 h 112320"/>
              </a:gdLst>
              <a:ahLst/>
              <a:cxnLst/>
              <a:rect l="textAreaLeft" t="textAreaTop" r="textAreaRight" b="textAreaBottom"/>
              <a:pathLst>
                <a:path w="3607" h="3542">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accent2"/>
            </a:solidFill>
            <a:ln w="0">
              <a:noFill/>
            </a:ln>
          </p:spPr>
          <p:style>
            <a:lnRef idx="0"/>
            <a:fillRef idx="0"/>
            <a:effectRef idx="0"/>
            <a:fontRef idx="minor"/>
          </p:style>
          <p:txBody>
            <a:bodyPr tIns="56160" bIns="561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0" name="Google Shape;379;p37"/>
            <p:cNvSpPr/>
            <p:nvPr/>
          </p:nvSpPr>
          <p:spPr>
            <a:xfrm>
              <a:off x="4614840" y="3008520"/>
              <a:ext cx="29160" cy="28800"/>
            </a:xfrm>
            <a:custGeom>
              <a:avLst/>
              <a:gdLst>
                <a:gd name="textAreaLeft" fmla="*/ 0 w 29160"/>
                <a:gd name="textAreaRight" fmla="*/ 29520 w 29160"/>
                <a:gd name="textAreaTop" fmla="*/ 0 h 28800"/>
                <a:gd name="textAreaBottom" fmla="*/ 29160 h 28800"/>
              </a:gdLst>
              <a:ahLst/>
              <a:cxnLst/>
              <a:rect l="textAreaLeft" t="textAreaTop" r="textAreaRight" b="textAreaBottom"/>
              <a:pathLst>
                <a:path w="929" h="918">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accent2"/>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21" name="Google Shape;380;p37"/>
          <p:cNvGrpSpPr/>
          <p:nvPr/>
        </p:nvGrpSpPr>
        <p:grpSpPr>
          <a:xfrm>
            <a:off x="5267160" y="2915640"/>
            <a:ext cx="345600" cy="345240"/>
            <a:chOff x="5267160" y="2915640"/>
            <a:chExt cx="345600" cy="345240"/>
          </a:xfrm>
        </p:grpSpPr>
        <p:sp>
          <p:nvSpPr>
            <p:cNvPr id="122" name="Google Shape;381;p37"/>
            <p:cNvSpPr/>
            <p:nvPr/>
          </p:nvSpPr>
          <p:spPr>
            <a:xfrm>
              <a:off x="5267160" y="2915640"/>
              <a:ext cx="345600" cy="345240"/>
            </a:xfrm>
            <a:custGeom>
              <a:avLst/>
              <a:gdLst>
                <a:gd name="textAreaLeft" fmla="*/ 0 w 345600"/>
                <a:gd name="textAreaRight" fmla="*/ 345960 w 345600"/>
                <a:gd name="textAreaTop" fmla="*/ 0 h 345240"/>
                <a:gd name="textAreaBottom" fmla="*/ 345600 h 345240"/>
              </a:gdLst>
              <a:ahLst/>
              <a:cxnLst/>
              <a:rect l="textAreaLeft" t="textAreaTop" r="textAreaRight" b="textAreaBottom"/>
              <a:pathLst>
                <a:path w="10872" h="1086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3" name="Google Shape;382;p37"/>
            <p:cNvSpPr/>
            <p:nvPr/>
          </p:nvSpPr>
          <p:spPr>
            <a:xfrm>
              <a:off x="5346720" y="3053880"/>
              <a:ext cx="47520" cy="120240"/>
            </a:xfrm>
            <a:custGeom>
              <a:avLst/>
              <a:gdLst>
                <a:gd name="textAreaLeft" fmla="*/ 0 w 47520"/>
                <a:gd name="textAreaRight" fmla="*/ 47880 w 47520"/>
                <a:gd name="textAreaTop" fmla="*/ 0 h 120240"/>
                <a:gd name="textAreaBottom" fmla="*/ 120600 h 120240"/>
              </a:gdLst>
              <a:ahLst/>
              <a:cxnLst/>
              <a:rect l="textAreaLeft" t="textAreaTop" r="textAreaRight" b="textAreaBottom"/>
              <a:pathLst>
                <a:path w="1502" h="3787">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accent2"/>
            </a:solidFill>
            <a:ln w="0">
              <a:noFill/>
            </a:ln>
          </p:spPr>
          <p:style>
            <a:lnRef idx="0"/>
            <a:fillRef idx="0"/>
            <a:effectRef idx="0"/>
            <a:fontRef idx="minor"/>
          </p:style>
          <p:txBody>
            <a:bodyPr tIns="60120" bIns="60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4" name="Google Shape;383;p37"/>
            <p:cNvSpPr/>
            <p:nvPr/>
          </p:nvSpPr>
          <p:spPr>
            <a:xfrm>
              <a:off x="5339520" y="2988360"/>
              <a:ext cx="54720" cy="54720"/>
            </a:xfrm>
            <a:custGeom>
              <a:avLst/>
              <a:gdLst>
                <a:gd name="textAreaLeft" fmla="*/ 0 w 54720"/>
                <a:gd name="textAreaRight" fmla="*/ 55080 w 54720"/>
                <a:gd name="textAreaTop" fmla="*/ 0 h 54720"/>
                <a:gd name="textAreaBottom" fmla="*/ 55080 h 54720"/>
              </a:gdLst>
              <a:ahLst/>
              <a:cxnLst/>
              <a:rect l="textAreaLeft" t="textAreaTop" r="textAreaRight" b="textAreaBottom"/>
              <a:pathLst>
                <a:path w="1728" h="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accent2"/>
            </a:solidFill>
            <a:ln w="0">
              <a:noFill/>
            </a:ln>
          </p:spPr>
          <p:style>
            <a:lnRef idx="0"/>
            <a:fillRef idx="0"/>
            <a:effectRef idx="0"/>
            <a:fontRef idx="minor"/>
          </p:style>
          <p:txBody>
            <a:bodyPr tIns="27360" bIns="27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5" name="Google Shape;384;p37"/>
            <p:cNvSpPr/>
            <p:nvPr/>
          </p:nvSpPr>
          <p:spPr>
            <a:xfrm>
              <a:off x="5419440" y="3053880"/>
              <a:ext cx="127800" cy="120240"/>
            </a:xfrm>
            <a:custGeom>
              <a:avLst/>
              <a:gdLst>
                <a:gd name="textAreaLeft" fmla="*/ 0 w 127800"/>
                <a:gd name="textAreaRight" fmla="*/ 128160 w 127800"/>
                <a:gd name="textAreaTop" fmla="*/ 0 h 120240"/>
                <a:gd name="textAreaBottom" fmla="*/ 120600 h 120240"/>
              </a:gdLst>
              <a:ahLst/>
              <a:cxnLst/>
              <a:rect l="textAreaLeft" t="textAreaTop" r="textAreaRight" b="textAreaBottom"/>
              <a:pathLst>
                <a:path w="4026" h="3787">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accent2"/>
            </a:solidFill>
            <a:ln w="0">
              <a:noFill/>
            </a:ln>
          </p:spPr>
          <p:style>
            <a:lnRef idx="0"/>
            <a:fillRef idx="0"/>
            <a:effectRef idx="0"/>
            <a:fontRef idx="minor"/>
          </p:style>
          <p:txBody>
            <a:bodyPr tIns="60120" bIns="60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Computer Architecture by Slidesgo">
  <a:themeElements>
    <a:clrScheme name="Simple Light">
      <a:dk1>
        <a:srgbClr val="ffffff"/>
      </a:dk1>
      <a:lt1>
        <a:srgbClr val="0e0e0e"/>
      </a:lt1>
      <a:dk2>
        <a:srgbClr val="ffffff"/>
      </a:dk2>
      <a:lt2>
        <a:srgbClr val="222222"/>
      </a:lt2>
      <a:accent1>
        <a:srgbClr val="d9d9d9"/>
      </a:accent1>
      <a:accent2>
        <a:srgbClr val="00ffa4"/>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LibreOffice/25.2.4.3$Linux_X86_64 LibreOffice_project/520$Build-3</Application>
  <AppVersion>15.0000</AppVersion>
  <Company>Microsoft Corporation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2025-10-30T08:15:03Z</dcterms:created>
  <dc:creator>Unknown Creator</dc:creator>
  <dc:description/>
  <dc:language>en-US</dc:language>
  <cp:lastModifiedBy>Unknown Creator</cp:lastModifiedBy>
  <dcterms:modified xsi:type="dcterms:W3CDTF">2025-10-30T08:15:03Z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